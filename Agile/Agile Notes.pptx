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colors2.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diagrams/drawing1.xml" ContentType="application/vnd.ms-office.drawingml.diagramDrawing+xml"/>
  <Override PartName="/ppt/diagrams/quickStyle2.xml" ContentType="application/vnd.openxmlformats-officedocument.drawingml.diagramStyl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7" d="100"/>
          <a:sy n="127" d="100"/>
        </p:scale>
        <p:origin x="-332" y="-6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hyperlink" Target="https://www.nutcache.com/?r=APMT" TargetMode="External"/><Relationship Id="rId2" Type="http://schemas.openxmlformats.org/officeDocument/2006/relationships/hyperlink" Target="https://hive.com/" TargetMode="External"/><Relationship Id="rId1" Type="http://schemas.openxmlformats.org/officeDocument/2006/relationships/hyperlink" Target="https://monday.com/lp/mb/dpm-ag/?utm_source=mb&amp;utm_campaign=dpm&amp;utm_medium=agile" TargetMode="External"/></Relationships>
</file>

<file path=ppt/diagrams/_rels/drawing2.xml.rels><?xml version="1.0" encoding="UTF-8" standalone="yes"?>
<Relationships xmlns="http://schemas.openxmlformats.org/package/2006/relationships"><Relationship Id="rId3" Type="http://schemas.openxmlformats.org/officeDocument/2006/relationships/hyperlink" Target="https://www.nutcache.com/?r=APMT" TargetMode="External"/><Relationship Id="rId2" Type="http://schemas.openxmlformats.org/officeDocument/2006/relationships/hyperlink" Target="https://hive.com/" TargetMode="External"/><Relationship Id="rId1" Type="http://schemas.openxmlformats.org/officeDocument/2006/relationships/hyperlink" Target="https://monday.com/lp/mb/dpm-ag/?utm_source=mb&amp;utm_campaign=dpm&amp;utm_medium=agile"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A3D77D-9B4E-48CB-BE9A-AEBD8673F255}" type="doc">
      <dgm:prSet loTypeId="urn:microsoft.com/office/officeart/2005/8/layout/lProcess1" loCatId="process" qsTypeId="urn:microsoft.com/office/officeart/2005/8/quickstyle/simple1" qsCatId="simple" csTypeId="urn:microsoft.com/office/officeart/2005/8/colors/accent1_2" csCatId="accent1" phldr="1"/>
      <dgm:spPr/>
      <dgm:t>
        <a:bodyPr/>
        <a:lstStyle/>
        <a:p>
          <a:endParaRPr lang="en-US"/>
        </a:p>
      </dgm:t>
    </dgm:pt>
    <dgm:pt modelId="{FF973F0F-5DAD-4DF2-9C9F-21A20E7307B6}">
      <dgm:prSet phldrT="[Texto]" custT="1"/>
      <dgm:spPr/>
      <dgm:t>
        <a:bodyPr/>
        <a:lstStyle/>
        <a:p>
          <a:r>
            <a:rPr lang="en-US" sz="1400" noProof="0" smtClean="0"/>
            <a:t>Product Backlog</a:t>
          </a:r>
          <a:endParaRPr lang="en-US" sz="1400" noProof="0"/>
        </a:p>
      </dgm:t>
    </dgm:pt>
    <dgm:pt modelId="{CD249BA9-B3D7-437D-861E-9AB9184419C8}" type="parTrans" cxnId="{DAAE6AF8-3D41-4EA4-803B-9C0BB8F243C1}">
      <dgm:prSet/>
      <dgm:spPr/>
      <dgm:t>
        <a:bodyPr/>
        <a:lstStyle/>
        <a:p>
          <a:endParaRPr lang="en-US" sz="3600" noProof="0"/>
        </a:p>
      </dgm:t>
    </dgm:pt>
    <dgm:pt modelId="{7110735A-E407-436D-B049-42184CCAA5D8}" type="sibTrans" cxnId="{DAAE6AF8-3D41-4EA4-803B-9C0BB8F243C1}">
      <dgm:prSet/>
      <dgm:spPr/>
      <dgm:t>
        <a:bodyPr/>
        <a:lstStyle/>
        <a:p>
          <a:endParaRPr lang="en-US" sz="3600" noProof="0"/>
        </a:p>
      </dgm:t>
    </dgm:pt>
    <dgm:pt modelId="{27F50AEF-599F-4845-91B1-E9A02FF64607}">
      <dgm:prSet phldrT="[Texto]" custT="1"/>
      <dgm:spPr/>
      <dgm:t>
        <a:bodyPr/>
        <a:lstStyle/>
        <a:p>
          <a:r>
            <a:rPr lang="en-US" sz="1000" noProof="0" smtClean="0"/>
            <a:t>Created by the PO with the Team members.</a:t>
          </a:r>
          <a:endParaRPr lang="en-US" sz="1000" noProof="0"/>
        </a:p>
      </dgm:t>
    </dgm:pt>
    <dgm:pt modelId="{3E9499CE-6052-4B0A-9F1E-21DFA81010E7}" type="parTrans" cxnId="{CD092699-8B89-4A37-9C2E-FFD675F99FD9}">
      <dgm:prSet/>
      <dgm:spPr/>
      <dgm:t>
        <a:bodyPr/>
        <a:lstStyle/>
        <a:p>
          <a:endParaRPr lang="en-US" sz="3600" noProof="0"/>
        </a:p>
      </dgm:t>
    </dgm:pt>
    <dgm:pt modelId="{2B6580DE-43A2-4153-8E44-2C30DA814397}" type="sibTrans" cxnId="{CD092699-8B89-4A37-9C2E-FFD675F99FD9}">
      <dgm:prSet/>
      <dgm:spPr/>
      <dgm:t>
        <a:bodyPr/>
        <a:lstStyle/>
        <a:p>
          <a:endParaRPr lang="en-US" sz="3600" noProof="0"/>
        </a:p>
      </dgm:t>
    </dgm:pt>
    <dgm:pt modelId="{DFF885B6-5814-4D3B-93B9-3E3947258A43}">
      <dgm:prSet phldrT="[Texto]" custT="1"/>
      <dgm:spPr/>
      <dgm:t>
        <a:bodyPr/>
        <a:lstStyle/>
        <a:p>
          <a:r>
            <a:rPr lang="en-US" sz="900" noProof="0" smtClean="0"/>
            <a:t> Product backlog should be progressively refined.</a:t>
          </a:r>
          <a:endParaRPr lang="en-US" sz="900" noProof="0"/>
        </a:p>
      </dgm:t>
    </dgm:pt>
    <dgm:pt modelId="{FED10666-AF9F-4665-BA49-34B2864BB7C6}" type="parTrans" cxnId="{6845E36C-BADD-4EE6-B93E-EACFE8E6EFCE}">
      <dgm:prSet/>
      <dgm:spPr/>
      <dgm:t>
        <a:bodyPr/>
        <a:lstStyle/>
        <a:p>
          <a:endParaRPr lang="en-US" sz="3600" noProof="0"/>
        </a:p>
      </dgm:t>
    </dgm:pt>
    <dgm:pt modelId="{6756665F-94D5-4809-8122-A8BAC5064BEF}" type="sibTrans" cxnId="{6845E36C-BADD-4EE6-B93E-EACFE8E6EFCE}">
      <dgm:prSet/>
      <dgm:spPr/>
      <dgm:t>
        <a:bodyPr/>
        <a:lstStyle/>
        <a:p>
          <a:endParaRPr lang="en-US" sz="3600" noProof="0"/>
        </a:p>
      </dgm:t>
    </dgm:pt>
    <dgm:pt modelId="{9841108B-3AD2-4226-B162-40094AD34796}">
      <dgm:prSet phldrT="[Texto]" custT="1"/>
      <dgm:spPr/>
      <dgm:t>
        <a:bodyPr/>
        <a:lstStyle/>
        <a:p>
          <a:r>
            <a:rPr lang="en-US" sz="1400" noProof="0" smtClean="0"/>
            <a:t>Sprint Planning</a:t>
          </a:r>
          <a:endParaRPr lang="en-US" sz="1400" noProof="0"/>
        </a:p>
      </dgm:t>
    </dgm:pt>
    <dgm:pt modelId="{A726ED55-4A6B-4509-9BD1-DABF64575CAD}" type="parTrans" cxnId="{3FF2713E-B38B-4CAA-A7C1-BA5FAA77F409}">
      <dgm:prSet/>
      <dgm:spPr/>
      <dgm:t>
        <a:bodyPr/>
        <a:lstStyle/>
        <a:p>
          <a:endParaRPr lang="en-US" sz="3600" noProof="0"/>
        </a:p>
      </dgm:t>
    </dgm:pt>
    <dgm:pt modelId="{CCB2497E-D98B-4433-8E0D-EF9FE8593CA7}" type="sibTrans" cxnId="{3FF2713E-B38B-4CAA-A7C1-BA5FAA77F409}">
      <dgm:prSet/>
      <dgm:spPr/>
      <dgm:t>
        <a:bodyPr/>
        <a:lstStyle/>
        <a:p>
          <a:endParaRPr lang="en-US" sz="3600" noProof="0"/>
        </a:p>
      </dgm:t>
    </dgm:pt>
    <dgm:pt modelId="{FB1E0236-9891-4820-BE20-642D5EFC7FFC}">
      <dgm:prSet phldrT="[Texto]" custT="1"/>
      <dgm:spPr/>
      <dgm:t>
        <a:bodyPr/>
        <a:lstStyle/>
        <a:p>
          <a:r>
            <a:rPr lang="en-US" sz="1000" noProof="0" smtClean="0"/>
            <a:t>Priorizing the Product Backlog</a:t>
          </a:r>
          <a:endParaRPr lang="en-US" sz="1000" noProof="0"/>
        </a:p>
      </dgm:t>
    </dgm:pt>
    <dgm:pt modelId="{B1C3AEA0-E3D4-4322-880F-B70C7DFC3694}" type="parTrans" cxnId="{4054C9E0-96A7-4673-8DD5-F7EC19AA5181}">
      <dgm:prSet/>
      <dgm:spPr/>
      <dgm:t>
        <a:bodyPr/>
        <a:lstStyle/>
        <a:p>
          <a:endParaRPr lang="en-US" sz="3600" noProof="0"/>
        </a:p>
      </dgm:t>
    </dgm:pt>
    <dgm:pt modelId="{DDB3DA9D-DA5C-4E98-827A-5490A00B9E49}" type="sibTrans" cxnId="{4054C9E0-96A7-4673-8DD5-F7EC19AA5181}">
      <dgm:prSet/>
      <dgm:spPr/>
      <dgm:t>
        <a:bodyPr/>
        <a:lstStyle/>
        <a:p>
          <a:endParaRPr lang="en-US" sz="3600" noProof="0"/>
        </a:p>
      </dgm:t>
    </dgm:pt>
    <dgm:pt modelId="{926085E8-A388-4323-8201-749293263860}">
      <dgm:prSet phldrT="[Texto]" custT="1"/>
      <dgm:spPr/>
      <dgm:t>
        <a:bodyPr/>
        <a:lstStyle/>
        <a:p>
          <a:r>
            <a:rPr lang="en-US" sz="900" noProof="0" dirty="0" smtClean="0"/>
            <a:t>During sprint planning, the team plans the work of the coming sprint. Do not include selection of tasks by individuals</a:t>
          </a:r>
          <a:endParaRPr lang="en-US" sz="900" noProof="0" dirty="0"/>
        </a:p>
      </dgm:t>
    </dgm:pt>
    <dgm:pt modelId="{DDA20F4E-E497-4C41-8C1E-4465EB747E7C}" type="parTrans" cxnId="{98C8D8DC-EFD4-4FF0-8017-8C0B92A4C948}">
      <dgm:prSet/>
      <dgm:spPr/>
      <dgm:t>
        <a:bodyPr/>
        <a:lstStyle/>
        <a:p>
          <a:endParaRPr lang="en-US" sz="3600" noProof="0"/>
        </a:p>
      </dgm:t>
    </dgm:pt>
    <dgm:pt modelId="{E189FEE7-2F93-4D43-95E2-05FB45C63C48}" type="sibTrans" cxnId="{98C8D8DC-EFD4-4FF0-8017-8C0B92A4C948}">
      <dgm:prSet/>
      <dgm:spPr/>
      <dgm:t>
        <a:bodyPr/>
        <a:lstStyle/>
        <a:p>
          <a:endParaRPr lang="en-US" sz="3600" noProof="0"/>
        </a:p>
      </dgm:t>
    </dgm:pt>
    <dgm:pt modelId="{FB6D6D99-3479-484C-8918-89302CE66473}">
      <dgm:prSet phldrT="[Texto]" custT="1"/>
      <dgm:spPr/>
      <dgm:t>
        <a:bodyPr/>
        <a:lstStyle/>
        <a:p>
          <a:r>
            <a:rPr lang="en-US" sz="1400" noProof="0" smtClean="0"/>
            <a:t>Each Sprint</a:t>
          </a:r>
          <a:endParaRPr lang="en-US" sz="1400" noProof="0"/>
        </a:p>
      </dgm:t>
    </dgm:pt>
    <dgm:pt modelId="{26CD9AFB-8311-483A-B118-C205B9F959C0}" type="parTrans" cxnId="{FC927DD0-6877-48CB-BB6E-9C9E5684FDDB}">
      <dgm:prSet/>
      <dgm:spPr/>
      <dgm:t>
        <a:bodyPr/>
        <a:lstStyle/>
        <a:p>
          <a:endParaRPr lang="en-US" sz="3600" noProof="0"/>
        </a:p>
      </dgm:t>
    </dgm:pt>
    <dgm:pt modelId="{E76557E9-E887-46BF-B7B2-495F19040EBA}" type="sibTrans" cxnId="{FC927DD0-6877-48CB-BB6E-9C9E5684FDDB}">
      <dgm:prSet/>
      <dgm:spPr/>
      <dgm:t>
        <a:bodyPr/>
        <a:lstStyle/>
        <a:p>
          <a:endParaRPr lang="en-US" sz="3600" noProof="0"/>
        </a:p>
      </dgm:t>
    </dgm:pt>
    <dgm:pt modelId="{415B92E1-F72E-40F9-A0AE-551B0B610C36}">
      <dgm:prSet phldrT="[Texto]" custT="1"/>
      <dgm:spPr/>
      <dgm:t>
        <a:bodyPr/>
        <a:lstStyle/>
        <a:p>
          <a:r>
            <a:rPr lang="en-US" sz="1000" noProof="0" smtClean="0"/>
            <a:t>create something potentially shippable</a:t>
          </a:r>
          <a:endParaRPr lang="en-US" sz="1000" noProof="0"/>
        </a:p>
      </dgm:t>
    </dgm:pt>
    <dgm:pt modelId="{80442AFE-800C-41F7-97DC-142AA5F86281}" type="parTrans" cxnId="{83ED1A37-7C41-475D-9AE2-7E439533097B}">
      <dgm:prSet/>
      <dgm:spPr/>
      <dgm:t>
        <a:bodyPr/>
        <a:lstStyle/>
        <a:p>
          <a:endParaRPr lang="en-US" sz="3600" noProof="0"/>
        </a:p>
      </dgm:t>
    </dgm:pt>
    <dgm:pt modelId="{6ECB8251-5F2A-46F1-8037-645A4DE072E1}" type="sibTrans" cxnId="{83ED1A37-7C41-475D-9AE2-7E439533097B}">
      <dgm:prSet/>
      <dgm:spPr/>
      <dgm:t>
        <a:bodyPr/>
        <a:lstStyle/>
        <a:p>
          <a:endParaRPr lang="en-US" sz="3600" noProof="0"/>
        </a:p>
      </dgm:t>
    </dgm:pt>
    <dgm:pt modelId="{DE86678E-102B-46B3-BF79-12ABA2C8D824}">
      <dgm:prSet phldrT="[Texto]" custT="1"/>
      <dgm:spPr/>
      <dgm:t>
        <a:bodyPr/>
        <a:lstStyle/>
        <a:p>
          <a:r>
            <a:rPr lang="en-US" sz="1200" noProof="0" smtClean="0"/>
            <a:t>Retrospective meeting</a:t>
          </a:r>
          <a:endParaRPr lang="en-US" sz="1200" noProof="0"/>
        </a:p>
      </dgm:t>
    </dgm:pt>
    <dgm:pt modelId="{3F52CE3C-7F52-4DC3-96F0-2769B2478847}" type="parTrans" cxnId="{1178F674-3E6D-4EF4-82FD-42009F22AED2}">
      <dgm:prSet/>
      <dgm:spPr/>
      <dgm:t>
        <a:bodyPr/>
        <a:lstStyle/>
        <a:p>
          <a:endParaRPr lang="en-US" sz="3600" noProof="0"/>
        </a:p>
      </dgm:t>
    </dgm:pt>
    <dgm:pt modelId="{D716EAC2-C379-4AF0-8571-CF69807E1EEE}" type="sibTrans" cxnId="{1178F674-3E6D-4EF4-82FD-42009F22AED2}">
      <dgm:prSet/>
      <dgm:spPr/>
      <dgm:t>
        <a:bodyPr/>
        <a:lstStyle/>
        <a:p>
          <a:endParaRPr lang="en-US" sz="3600" noProof="0"/>
        </a:p>
      </dgm:t>
    </dgm:pt>
    <dgm:pt modelId="{6EFDFBBD-B8B4-4E28-B289-2523EB53A376}">
      <dgm:prSet phldrT="[Texto]" custT="1"/>
      <dgm:spPr/>
      <dgm:t>
        <a:bodyPr/>
        <a:lstStyle/>
        <a:p>
          <a:r>
            <a:rPr lang="en-US" sz="1400" noProof="0" smtClean="0"/>
            <a:t>Taks</a:t>
          </a:r>
          <a:endParaRPr lang="en-US" sz="1400" noProof="0"/>
        </a:p>
      </dgm:t>
    </dgm:pt>
    <dgm:pt modelId="{427DE1EE-C60E-4568-A94E-FC50584C9DE7}" type="parTrans" cxnId="{6245D80D-B7FB-43B2-8984-0E2612C6F509}">
      <dgm:prSet/>
      <dgm:spPr/>
      <dgm:t>
        <a:bodyPr/>
        <a:lstStyle/>
        <a:p>
          <a:endParaRPr lang="en-US" sz="3600" noProof="0"/>
        </a:p>
      </dgm:t>
    </dgm:pt>
    <dgm:pt modelId="{155A79E2-1D5E-4A5B-8611-8FD4284F7025}" type="sibTrans" cxnId="{6245D80D-B7FB-43B2-8984-0E2612C6F509}">
      <dgm:prSet/>
      <dgm:spPr/>
      <dgm:t>
        <a:bodyPr/>
        <a:lstStyle/>
        <a:p>
          <a:endParaRPr lang="en-US" sz="3600" noProof="0"/>
        </a:p>
      </dgm:t>
    </dgm:pt>
    <dgm:pt modelId="{337784E8-ED50-42B3-B660-92300A5A1691}">
      <dgm:prSet phldrT="[Texto]" custT="1"/>
      <dgm:spPr/>
      <dgm:t>
        <a:bodyPr/>
        <a:lstStyle/>
        <a:p>
          <a:r>
            <a:rPr lang="en-US" sz="1000" noProof="0" smtClean="0"/>
            <a:t>At the end of each Sprint.</a:t>
          </a:r>
          <a:endParaRPr lang="en-US" sz="1000" noProof="0"/>
        </a:p>
      </dgm:t>
    </dgm:pt>
    <dgm:pt modelId="{D2F31253-1B43-4EF3-824F-69DBE68A4402}" type="parTrans" cxnId="{286E04B5-E465-403B-B055-F87F2E7BA795}">
      <dgm:prSet/>
      <dgm:spPr/>
      <dgm:t>
        <a:bodyPr/>
        <a:lstStyle/>
        <a:p>
          <a:endParaRPr lang="en-US" sz="3600" noProof="0"/>
        </a:p>
      </dgm:t>
    </dgm:pt>
    <dgm:pt modelId="{CFE8CC3E-DFBD-42C1-AD09-76A67104F81D}" type="sibTrans" cxnId="{286E04B5-E465-403B-B055-F87F2E7BA795}">
      <dgm:prSet/>
      <dgm:spPr/>
      <dgm:t>
        <a:bodyPr/>
        <a:lstStyle/>
        <a:p>
          <a:endParaRPr lang="en-US" sz="3600" noProof="0"/>
        </a:p>
      </dgm:t>
    </dgm:pt>
    <dgm:pt modelId="{07BA09DD-A3AE-455B-B03F-8A38AD8E5D48}">
      <dgm:prSet phldrT="[Texto]" custT="1"/>
      <dgm:spPr/>
      <dgm:t>
        <a:bodyPr/>
        <a:lstStyle/>
        <a:p>
          <a:endParaRPr lang="en-US" sz="1000" noProof="0"/>
        </a:p>
      </dgm:t>
    </dgm:pt>
    <dgm:pt modelId="{8912D5C7-3C11-4CBC-841E-86E0E53477C1}" type="parTrans" cxnId="{4F5F84D8-192F-4A0C-AD71-D970EB4D7E38}">
      <dgm:prSet/>
      <dgm:spPr/>
      <dgm:t>
        <a:bodyPr/>
        <a:lstStyle/>
        <a:p>
          <a:endParaRPr lang="en-US" sz="3600" noProof="0"/>
        </a:p>
      </dgm:t>
    </dgm:pt>
    <dgm:pt modelId="{D7B88558-D9C0-4ACA-AD9A-669D834BE9A6}" type="sibTrans" cxnId="{4F5F84D8-192F-4A0C-AD71-D970EB4D7E38}">
      <dgm:prSet/>
      <dgm:spPr/>
      <dgm:t>
        <a:bodyPr/>
        <a:lstStyle/>
        <a:p>
          <a:endParaRPr lang="en-US" sz="3600" noProof="0"/>
        </a:p>
      </dgm:t>
    </dgm:pt>
    <dgm:pt modelId="{0A5BDC68-9ADE-4F5C-AF8C-380696EB51A4}">
      <dgm:prSet phldrT="[Texto]" custT="1"/>
      <dgm:spPr/>
      <dgm:t>
        <a:bodyPr/>
        <a:lstStyle/>
        <a:p>
          <a:r>
            <a:rPr lang="en-US" sz="1000" noProof="0" smtClean="0"/>
            <a:t>Design to Accommodate Change</a:t>
          </a:r>
          <a:endParaRPr lang="en-US" sz="1000" noProof="0"/>
        </a:p>
      </dgm:t>
    </dgm:pt>
    <dgm:pt modelId="{F0878DD7-5B3F-4EF0-97F4-C5F917854C9D}" type="parTrans" cxnId="{ED89E1B6-3BF5-4ED7-91C6-326EA1D4D80E}">
      <dgm:prSet/>
      <dgm:spPr/>
      <dgm:t>
        <a:bodyPr/>
        <a:lstStyle/>
        <a:p>
          <a:endParaRPr lang="en-US" sz="3600" noProof="0"/>
        </a:p>
      </dgm:t>
    </dgm:pt>
    <dgm:pt modelId="{232DEFA7-C702-40D5-B291-A6082D61236B}" type="sibTrans" cxnId="{ED89E1B6-3BF5-4ED7-91C6-326EA1D4D80E}">
      <dgm:prSet/>
      <dgm:spPr/>
      <dgm:t>
        <a:bodyPr/>
        <a:lstStyle/>
        <a:p>
          <a:endParaRPr lang="en-US" sz="3600" noProof="0"/>
        </a:p>
      </dgm:t>
    </dgm:pt>
    <dgm:pt modelId="{5B3786DD-0527-4235-A1B0-A167E00E3B2D}">
      <dgm:prSet phldrT="[Texto]" custT="1"/>
      <dgm:spPr/>
      <dgm:t>
        <a:bodyPr/>
        <a:lstStyle/>
        <a:p>
          <a:r>
            <a:rPr lang="en-US" sz="1000" noProof="0" smtClean="0"/>
            <a:t>Pair programming</a:t>
          </a:r>
          <a:endParaRPr lang="en-US" sz="1000" noProof="0"/>
        </a:p>
      </dgm:t>
    </dgm:pt>
    <dgm:pt modelId="{920C449C-9BFE-46F6-AA32-B2574BACE118}" type="parTrans" cxnId="{88E5F897-A5CD-4B60-B045-2368AB4F1C75}">
      <dgm:prSet/>
      <dgm:spPr/>
      <dgm:t>
        <a:bodyPr/>
        <a:lstStyle/>
        <a:p>
          <a:endParaRPr lang="en-US" sz="3600" noProof="0"/>
        </a:p>
      </dgm:t>
    </dgm:pt>
    <dgm:pt modelId="{005818EB-03E8-44DB-ACA7-A6F73CB7AF3E}" type="sibTrans" cxnId="{88E5F897-A5CD-4B60-B045-2368AB4F1C75}">
      <dgm:prSet/>
      <dgm:spPr/>
      <dgm:t>
        <a:bodyPr/>
        <a:lstStyle/>
        <a:p>
          <a:endParaRPr lang="en-US" sz="3600" noProof="0"/>
        </a:p>
      </dgm:t>
    </dgm:pt>
    <dgm:pt modelId="{C83AC9CC-DFD0-4104-87D2-6D859324FC3F}">
      <dgm:prSet phldrT="[Texto]" custT="1"/>
      <dgm:spPr/>
      <dgm:t>
        <a:bodyPr/>
        <a:lstStyle/>
        <a:p>
          <a:r>
            <a:rPr lang="en-US" sz="1000" noProof="0" smtClean="0"/>
            <a:t>Refactoring</a:t>
          </a:r>
          <a:endParaRPr lang="en-US" sz="1000" noProof="0"/>
        </a:p>
      </dgm:t>
    </dgm:pt>
    <dgm:pt modelId="{B1DEE73B-B992-4C7C-AA23-121BC7CD21F6}" type="parTrans" cxnId="{14E09A8B-D028-4A8B-880F-BF0EE2C63EA4}">
      <dgm:prSet/>
      <dgm:spPr/>
      <dgm:t>
        <a:bodyPr/>
        <a:lstStyle/>
        <a:p>
          <a:endParaRPr lang="en-US" sz="3600" noProof="0"/>
        </a:p>
      </dgm:t>
    </dgm:pt>
    <dgm:pt modelId="{8433C7E3-873F-42D8-A8A7-068C20E44344}" type="sibTrans" cxnId="{14E09A8B-D028-4A8B-880F-BF0EE2C63EA4}">
      <dgm:prSet/>
      <dgm:spPr/>
      <dgm:t>
        <a:bodyPr/>
        <a:lstStyle/>
        <a:p>
          <a:endParaRPr lang="en-US" sz="3600" noProof="0"/>
        </a:p>
      </dgm:t>
    </dgm:pt>
    <dgm:pt modelId="{1ED5D235-D73D-4F84-985E-03C8F1E44571}">
      <dgm:prSet phldrT="[Texto]" custT="1"/>
      <dgm:spPr/>
      <dgm:t>
        <a:bodyPr/>
        <a:lstStyle/>
        <a:p>
          <a:r>
            <a:rPr lang="en-US" sz="1000" noProof="0" smtClean="0"/>
            <a:t>Continuous intergration</a:t>
          </a:r>
          <a:endParaRPr lang="en-US" sz="1000" noProof="0"/>
        </a:p>
      </dgm:t>
    </dgm:pt>
    <dgm:pt modelId="{A86EB14D-D6C5-4295-ADF0-A4A6AE9A92E3}" type="parTrans" cxnId="{B23CE6F9-6CB2-4CD8-A7CA-38824A5717CA}">
      <dgm:prSet/>
      <dgm:spPr/>
      <dgm:t>
        <a:bodyPr/>
        <a:lstStyle/>
        <a:p>
          <a:endParaRPr lang="en-US" sz="3600" noProof="0"/>
        </a:p>
      </dgm:t>
    </dgm:pt>
    <dgm:pt modelId="{D0F5B58D-27CE-4F80-8D5C-D5EB4B82B983}" type="sibTrans" cxnId="{B23CE6F9-6CB2-4CD8-A7CA-38824A5717CA}">
      <dgm:prSet/>
      <dgm:spPr/>
      <dgm:t>
        <a:bodyPr/>
        <a:lstStyle/>
        <a:p>
          <a:endParaRPr lang="en-US" sz="3600" noProof="0"/>
        </a:p>
      </dgm:t>
    </dgm:pt>
    <dgm:pt modelId="{038A9ED3-F039-42C2-B205-DA2D8F4D2817}">
      <dgm:prSet phldrT="[Texto]" custT="1"/>
      <dgm:spPr/>
      <dgm:t>
        <a:bodyPr/>
        <a:lstStyle/>
        <a:p>
          <a:r>
            <a:rPr lang="en-US" sz="800" noProof="0" dirty="0" smtClean="0"/>
            <a:t>very short cycles of identifying and automating a failing test.</a:t>
          </a:r>
          <a:endParaRPr lang="en-US" sz="800" noProof="0" dirty="0"/>
        </a:p>
      </dgm:t>
    </dgm:pt>
    <dgm:pt modelId="{D0DAA8CD-45CB-4674-B59A-2B111444309E}" type="parTrans" cxnId="{1BB09CCD-2C9C-4025-AED1-6E292EC2BAA9}">
      <dgm:prSet/>
      <dgm:spPr/>
      <dgm:t>
        <a:bodyPr/>
        <a:lstStyle/>
        <a:p>
          <a:endParaRPr lang="en-US" sz="3600" noProof="0"/>
        </a:p>
      </dgm:t>
    </dgm:pt>
    <dgm:pt modelId="{56089E34-0C94-413A-9AD3-C1D473CFD122}" type="sibTrans" cxnId="{1BB09CCD-2C9C-4025-AED1-6E292EC2BAA9}">
      <dgm:prSet/>
      <dgm:spPr/>
      <dgm:t>
        <a:bodyPr/>
        <a:lstStyle/>
        <a:p>
          <a:endParaRPr lang="en-US" sz="3600" noProof="0"/>
        </a:p>
      </dgm:t>
    </dgm:pt>
    <dgm:pt modelId="{C390DFBD-ED06-4444-975D-F73DABA2B827}">
      <dgm:prSet phldrT="[Texto]" custT="1"/>
      <dgm:spPr/>
      <dgm:t>
        <a:bodyPr/>
        <a:lstStyle/>
        <a:p>
          <a:r>
            <a:rPr lang="en-US" sz="1000" noProof="0" smtClean="0"/>
            <a:t>Collective Ownership</a:t>
          </a:r>
          <a:endParaRPr lang="en-US" sz="1000" noProof="0"/>
        </a:p>
      </dgm:t>
    </dgm:pt>
    <dgm:pt modelId="{3EE18F70-A403-4442-B6A5-C65950C2C519}" type="parTrans" cxnId="{DC5D5258-28C1-47A3-B467-BACF5CA9F2CB}">
      <dgm:prSet/>
      <dgm:spPr/>
      <dgm:t>
        <a:bodyPr/>
        <a:lstStyle/>
        <a:p>
          <a:endParaRPr lang="en-US" sz="3600" noProof="0"/>
        </a:p>
      </dgm:t>
    </dgm:pt>
    <dgm:pt modelId="{7F252609-2557-4C6F-A1DD-EA3AD5565ACF}" type="sibTrans" cxnId="{DC5D5258-28C1-47A3-B467-BACF5CA9F2CB}">
      <dgm:prSet/>
      <dgm:spPr/>
      <dgm:t>
        <a:bodyPr/>
        <a:lstStyle/>
        <a:p>
          <a:endParaRPr lang="en-US" sz="3600" noProof="0"/>
        </a:p>
      </dgm:t>
    </dgm:pt>
    <dgm:pt modelId="{73357AAB-911A-47A8-9ECC-CE03F390B0B3}">
      <dgm:prSet phldrT="[Texto]" custT="1"/>
      <dgm:spPr/>
      <dgm:t>
        <a:bodyPr/>
        <a:lstStyle/>
        <a:p>
          <a:r>
            <a:rPr lang="en-US" sz="900" noProof="0" dirty="0" smtClean="0"/>
            <a:t>check in few times a day, a suite of regression tests over the entire application.</a:t>
          </a:r>
          <a:endParaRPr lang="en-US" sz="900" noProof="0" dirty="0"/>
        </a:p>
      </dgm:t>
    </dgm:pt>
    <dgm:pt modelId="{46AA3834-B12E-4A3D-ADCB-2CE8F4F5261E}" type="parTrans" cxnId="{B0623A99-1D8C-42D3-B87C-16B60AD39E18}">
      <dgm:prSet/>
      <dgm:spPr/>
      <dgm:t>
        <a:bodyPr/>
        <a:lstStyle/>
        <a:p>
          <a:endParaRPr lang="en-US" sz="3600" noProof="0"/>
        </a:p>
      </dgm:t>
    </dgm:pt>
    <dgm:pt modelId="{BE8557C3-4E99-4A8D-89E3-4394C6D08D75}" type="sibTrans" cxnId="{B0623A99-1D8C-42D3-B87C-16B60AD39E18}">
      <dgm:prSet/>
      <dgm:spPr/>
      <dgm:t>
        <a:bodyPr/>
        <a:lstStyle/>
        <a:p>
          <a:endParaRPr lang="en-US" sz="3600" noProof="0"/>
        </a:p>
      </dgm:t>
    </dgm:pt>
    <dgm:pt modelId="{AE9B7D1F-9B88-4E44-81B3-1CA6D3562258}">
      <dgm:prSet phldrT="[Texto]" custT="1"/>
      <dgm:spPr/>
      <dgm:t>
        <a:bodyPr/>
        <a:lstStyle/>
        <a:p>
          <a:r>
            <a:rPr lang="en-US" sz="1000" noProof="0" smtClean="0"/>
            <a:t>Coninuous integrations: Cruise Control, Circle CI</a:t>
          </a:r>
          <a:endParaRPr lang="en-US" sz="1000" noProof="0"/>
        </a:p>
      </dgm:t>
    </dgm:pt>
    <dgm:pt modelId="{21324837-7458-4694-B104-A678B3A4C85E}" type="parTrans" cxnId="{41992AF9-D804-48F3-AAE5-9A835E229958}">
      <dgm:prSet/>
      <dgm:spPr/>
      <dgm:t>
        <a:bodyPr/>
        <a:lstStyle/>
        <a:p>
          <a:endParaRPr lang="en-US" sz="3600" noProof="0"/>
        </a:p>
      </dgm:t>
    </dgm:pt>
    <dgm:pt modelId="{8777C843-103C-4F9B-907C-F846C189CA89}" type="sibTrans" cxnId="{41992AF9-D804-48F3-AAE5-9A835E229958}">
      <dgm:prSet/>
      <dgm:spPr/>
      <dgm:t>
        <a:bodyPr/>
        <a:lstStyle/>
        <a:p>
          <a:endParaRPr lang="en-US" sz="3600" noProof="0"/>
        </a:p>
      </dgm:t>
    </dgm:pt>
    <dgm:pt modelId="{7ED943EA-0725-4198-A660-E622E208DBF8}">
      <dgm:prSet phldrT="[Texto]" custT="1"/>
      <dgm:spPr/>
      <dgm:t>
        <a:bodyPr/>
        <a:lstStyle/>
        <a:p>
          <a:r>
            <a:rPr lang="en-US" sz="1000" noProof="0" smtClean="0"/>
            <a:t>Design: Intentional yet Emergent</a:t>
          </a:r>
          <a:endParaRPr lang="en-US" sz="1000" noProof="0"/>
        </a:p>
      </dgm:t>
    </dgm:pt>
    <dgm:pt modelId="{9B888075-6ACB-403E-830F-8EAE109A371E}" type="parTrans" cxnId="{F386ADB4-E08B-4061-8A31-BC57892A1C66}">
      <dgm:prSet/>
      <dgm:spPr/>
      <dgm:t>
        <a:bodyPr/>
        <a:lstStyle/>
        <a:p>
          <a:endParaRPr lang="en-US" sz="3600" noProof="0"/>
        </a:p>
      </dgm:t>
    </dgm:pt>
    <dgm:pt modelId="{48C0A8D6-C9B3-4735-87D7-6A17FCF893AD}" type="sibTrans" cxnId="{F386ADB4-E08B-4061-8A31-BC57892A1C66}">
      <dgm:prSet/>
      <dgm:spPr/>
      <dgm:t>
        <a:bodyPr/>
        <a:lstStyle/>
        <a:p>
          <a:endParaRPr lang="en-US" sz="3600" noProof="0"/>
        </a:p>
      </dgm:t>
    </dgm:pt>
    <dgm:pt modelId="{21C11833-120E-4EB3-81F2-A8B3C961D395}">
      <dgm:prSet phldrT="[Texto]" custT="1"/>
      <dgm:spPr/>
      <dgm:t>
        <a:bodyPr/>
        <a:lstStyle/>
        <a:p>
          <a:r>
            <a:rPr lang="en-US" sz="1000" noProof="0" smtClean="0"/>
            <a:t>PO work closely with the Team</a:t>
          </a:r>
          <a:endParaRPr lang="en-US" sz="1000" noProof="0"/>
        </a:p>
      </dgm:t>
    </dgm:pt>
    <dgm:pt modelId="{4E47BB52-444B-4F79-8622-3919C288A46E}" type="parTrans" cxnId="{55BB36C6-13BA-4FFF-B0DE-8E7B0910030D}">
      <dgm:prSet/>
      <dgm:spPr/>
      <dgm:t>
        <a:bodyPr/>
        <a:lstStyle/>
        <a:p>
          <a:endParaRPr lang="en-US" sz="3600" noProof="0"/>
        </a:p>
      </dgm:t>
    </dgm:pt>
    <dgm:pt modelId="{5FDF32FB-4CFD-4239-ABB0-8AAF19C9EAD3}" type="sibTrans" cxnId="{55BB36C6-13BA-4FFF-B0DE-8E7B0910030D}">
      <dgm:prSet/>
      <dgm:spPr/>
      <dgm:t>
        <a:bodyPr/>
        <a:lstStyle/>
        <a:p>
          <a:endParaRPr lang="en-US" sz="3600" noProof="0"/>
        </a:p>
      </dgm:t>
    </dgm:pt>
    <dgm:pt modelId="{68F57EB1-F886-4A56-BA5A-69F950D2150F}">
      <dgm:prSet phldrT="[Texto]" custT="1"/>
      <dgm:spPr/>
      <dgm:t>
        <a:bodyPr/>
        <a:lstStyle/>
        <a:p>
          <a:r>
            <a:rPr lang="en-US" sz="1000" noProof="0" smtClean="0"/>
            <a:t>Test Driven development</a:t>
          </a:r>
          <a:endParaRPr lang="en-US" sz="1000" noProof="0"/>
        </a:p>
      </dgm:t>
    </dgm:pt>
    <dgm:pt modelId="{2D4F3810-A214-4A39-86D7-83A2E7832287}" type="parTrans" cxnId="{6477CB84-C208-43D7-92CA-9EC024FDF216}">
      <dgm:prSet/>
      <dgm:spPr/>
      <dgm:t>
        <a:bodyPr/>
        <a:lstStyle/>
        <a:p>
          <a:endParaRPr lang="en-US" sz="3600" noProof="0"/>
        </a:p>
      </dgm:t>
    </dgm:pt>
    <dgm:pt modelId="{29F978CC-3E69-4C17-978E-F6904194EA09}" type="sibTrans" cxnId="{6477CB84-C208-43D7-92CA-9EC024FDF216}">
      <dgm:prSet/>
      <dgm:spPr/>
      <dgm:t>
        <a:bodyPr/>
        <a:lstStyle/>
        <a:p>
          <a:endParaRPr lang="en-US" sz="3600" noProof="0"/>
        </a:p>
      </dgm:t>
    </dgm:pt>
    <dgm:pt modelId="{FE6B2B59-21AC-40AE-9384-6C30942FDAD7}">
      <dgm:prSet phldrT="[Texto]" custT="1"/>
      <dgm:spPr/>
      <dgm:t>
        <a:bodyPr/>
        <a:lstStyle/>
        <a:p>
          <a:r>
            <a:rPr lang="en-US" sz="1000" noProof="0" smtClean="0"/>
            <a:t>Working software encourages feedback.</a:t>
          </a:r>
          <a:endParaRPr lang="en-US" sz="1000" noProof="0"/>
        </a:p>
      </dgm:t>
    </dgm:pt>
    <dgm:pt modelId="{8A0E654E-90E8-4A45-B465-6866410072E6}" type="parTrans" cxnId="{079231D1-0A3A-4298-BC00-E99ADF7BD3E8}">
      <dgm:prSet/>
      <dgm:spPr/>
      <dgm:t>
        <a:bodyPr/>
        <a:lstStyle/>
        <a:p>
          <a:endParaRPr lang="en-US" noProof="0"/>
        </a:p>
      </dgm:t>
    </dgm:pt>
    <dgm:pt modelId="{44F09A66-3D95-45F9-B997-3BA6CA818C06}" type="sibTrans" cxnId="{079231D1-0A3A-4298-BC00-E99ADF7BD3E8}">
      <dgm:prSet/>
      <dgm:spPr/>
      <dgm:t>
        <a:bodyPr/>
        <a:lstStyle/>
        <a:p>
          <a:endParaRPr lang="en-US" noProof="0"/>
        </a:p>
      </dgm:t>
    </dgm:pt>
    <dgm:pt modelId="{30E32690-03D1-4013-962F-667315981315}">
      <dgm:prSet custT="1"/>
      <dgm:spPr/>
      <dgm:t>
        <a:bodyPr/>
        <a:lstStyle/>
        <a:p>
          <a:r>
            <a:rPr lang="en-US" sz="1000" noProof="0" dirty="0" smtClean="0"/>
            <a:t>Working software helps a team gauge its progress.</a:t>
          </a:r>
          <a:endParaRPr lang="en-US" sz="1000" noProof="0" dirty="0"/>
        </a:p>
      </dgm:t>
    </dgm:pt>
    <dgm:pt modelId="{6D7C0DD5-FF3C-4FF8-AAF0-3CC8C15EF951}" type="parTrans" cxnId="{8AB8B65D-128E-43E7-BBCE-0C48F581913C}">
      <dgm:prSet/>
      <dgm:spPr/>
      <dgm:t>
        <a:bodyPr/>
        <a:lstStyle/>
        <a:p>
          <a:endParaRPr lang="en-US" noProof="0"/>
        </a:p>
      </dgm:t>
    </dgm:pt>
    <dgm:pt modelId="{F646F76A-BE76-4A8D-8945-7CA39E0CB517}" type="sibTrans" cxnId="{8AB8B65D-128E-43E7-BBCE-0C48F581913C}">
      <dgm:prSet/>
      <dgm:spPr/>
      <dgm:t>
        <a:bodyPr/>
        <a:lstStyle/>
        <a:p>
          <a:endParaRPr lang="en-US" noProof="0"/>
        </a:p>
      </dgm:t>
    </dgm:pt>
    <dgm:pt modelId="{49A6358D-5E24-4C62-9CB3-F8B64651DB92}">
      <dgm:prSet custT="1"/>
      <dgm:spPr/>
      <dgm:t>
        <a:bodyPr/>
        <a:lstStyle/>
        <a:p>
          <a:r>
            <a:rPr lang="en-US" sz="900" noProof="0" dirty="0" smtClean="0"/>
            <a:t>We expect at each end of sprint new bug free features</a:t>
          </a:r>
          <a:endParaRPr lang="en-US" sz="900" noProof="0" dirty="0"/>
        </a:p>
      </dgm:t>
    </dgm:pt>
    <dgm:pt modelId="{F145C339-64DA-4F32-B2AB-24BAC3368953}" type="parTrans" cxnId="{97EBA747-221B-4C31-BA62-6DDF3E9BF28B}">
      <dgm:prSet/>
      <dgm:spPr/>
      <dgm:t>
        <a:bodyPr/>
        <a:lstStyle/>
        <a:p>
          <a:endParaRPr lang="en-US" noProof="0"/>
        </a:p>
      </dgm:t>
    </dgm:pt>
    <dgm:pt modelId="{30A2D069-E280-44A6-8657-7C0FED5B4D5F}" type="sibTrans" cxnId="{97EBA747-221B-4C31-BA62-6DDF3E9BF28B}">
      <dgm:prSet/>
      <dgm:spPr/>
      <dgm:t>
        <a:bodyPr/>
        <a:lstStyle/>
        <a:p>
          <a:endParaRPr lang="en-US" noProof="0"/>
        </a:p>
      </dgm:t>
    </dgm:pt>
    <dgm:pt modelId="{0F7114C5-9BE9-4327-A61D-171CE5528B69}">
      <dgm:prSet phldrT="[Texto]" custT="1"/>
      <dgm:spPr/>
      <dgm:t>
        <a:bodyPr/>
        <a:lstStyle/>
        <a:p>
          <a:r>
            <a:rPr lang="en-US" sz="900" noProof="0" smtClean="0"/>
            <a:t>Progressively Refine Plans</a:t>
          </a:r>
          <a:endParaRPr lang="en-US" sz="900" noProof="0"/>
        </a:p>
      </dgm:t>
    </dgm:pt>
    <dgm:pt modelId="{E187D5C2-AC6E-427E-9658-F78262B63EE6}" type="parTrans" cxnId="{8F30270B-C314-4D60-B995-4F8535A71655}">
      <dgm:prSet/>
      <dgm:spPr/>
      <dgm:t>
        <a:bodyPr/>
        <a:lstStyle/>
        <a:p>
          <a:endParaRPr lang="en-US" noProof="0"/>
        </a:p>
      </dgm:t>
    </dgm:pt>
    <dgm:pt modelId="{46541289-8F67-4501-B8A4-8806E09A33C7}" type="sibTrans" cxnId="{8F30270B-C314-4D60-B995-4F8535A71655}">
      <dgm:prSet/>
      <dgm:spPr/>
      <dgm:t>
        <a:bodyPr/>
        <a:lstStyle/>
        <a:p>
          <a:endParaRPr lang="en-US" noProof="0"/>
        </a:p>
      </dgm:t>
    </dgm:pt>
    <dgm:pt modelId="{11B05303-9DE2-487D-8230-2FE85FF8DF21}">
      <dgm:prSet custT="1"/>
      <dgm:spPr/>
      <dgm:t>
        <a:bodyPr/>
        <a:lstStyle/>
        <a:p>
          <a:r>
            <a:rPr lang="en-US" sz="1000" noProof="0" smtClean="0"/>
            <a:t>Potentially shippable means integrated</a:t>
          </a:r>
          <a:endParaRPr lang="en-US" sz="1000" noProof="0"/>
        </a:p>
      </dgm:t>
    </dgm:pt>
    <dgm:pt modelId="{E13D764E-5DCB-422D-8BCE-9F62D2158E9C}" type="parTrans" cxnId="{11ACEBFA-4CC7-444D-B53E-958DBE668E08}">
      <dgm:prSet/>
      <dgm:spPr/>
      <dgm:t>
        <a:bodyPr/>
        <a:lstStyle/>
        <a:p>
          <a:endParaRPr lang="en-US" noProof="0"/>
        </a:p>
      </dgm:t>
    </dgm:pt>
    <dgm:pt modelId="{A4E0D8AA-2D8F-4CC6-B78D-AC2316204E04}" type="sibTrans" cxnId="{11ACEBFA-4CC7-444D-B53E-958DBE668E08}">
      <dgm:prSet/>
      <dgm:spPr/>
      <dgm:t>
        <a:bodyPr/>
        <a:lstStyle/>
        <a:p>
          <a:endParaRPr lang="en-US" noProof="0"/>
        </a:p>
      </dgm:t>
    </dgm:pt>
    <dgm:pt modelId="{212B9E15-AF1E-40C3-83FA-60B9D57CB820}">
      <dgm:prSet custT="1"/>
      <dgm:spPr/>
      <dgm:t>
        <a:bodyPr/>
        <a:lstStyle/>
        <a:p>
          <a:r>
            <a:rPr lang="en-US" sz="1000" noProof="0" smtClean="0"/>
            <a:t>Once you have a bunch of user stories, you can work on prioritizing and estimating the effort.</a:t>
          </a:r>
          <a:endParaRPr lang="en-US" sz="1000" noProof="0"/>
        </a:p>
      </dgm:t>
    </dgm:pt>
    <dgm:pt modelId="{07FAE6E7-54C7-4EA4-B1E5-1764D1645395}" type="parTrans" cxnId="{6DE2DC6A-3ADA-470B-846E-AA5271409A57}">
      <dgm:prSet/>
      <dgm:spPr/>
      <dgm:t>
        <a:bodyPr/>
        <a:lstStyle/>
        <a:p>
          <a:endParaRPr lang="en-US" noProof="0"/>
        </a:p>
      </dgm:t>
    </dgm:pt>
    <dgm:pt modelId="{A3237BA0-0196-454B-BA8A-0CC07D8EBD3C}" type="sibTrans" cxnId="{6DE2DC6A-3ADA-470B-846E-AA5271409A57}">
      <dgm:prSet/>
      <dgm:spPr/>
      <dgm:t>
        <a:bodyPr/>
        <a:lstStyle/>
        <a:p>
          <a:endParaRPr lang="en-US" noProof="0"/>
        </a:p>
      </dgm:t>
    </dgm:pt>
    <dgm:pt modelId="{76A9992A-B5A9-411B-96CA-C22A20DCAB6B}">
      <dgm:prSet custT="1"/>
      <dgm:spPr/>
      <dgm:t>
        <a:bodyPr/>
        <a:lstStyle/>
        <a:p>
          <a:r>
            <a:rPr lang="en-US" sz="900" noProof="0" smtClean="0"/>
            <a:t> It minimizes the time investment. Planning is necessary</a:t>
          </a:r>
          <a:endParaRPr lang="en-US" sz="900" noProof="0"/>
        </a:p>
      </dgm:t>
    </dgm:pt>
    <dgm:pt modelId="{FDAEF047-BFB1-420D-A2E0-3270236045B6}" type="parTrans" cxnId="{2D28D22D-69B0-4A8E-9D3A-D0114CA53F67}">
      <dgm:prSet/>
      <dgm:spPr/>
      <dgm:t>
        <a:bodyPr/>
        <a:lstStyle/>
        <a:p>
          <a:endParaRPr lang="en-US" noProof="0"/>
        </a:p>
      </dgm:t>
    </dgm:pt>
    <dgm:pt modelId="{DAC980C7-0EB8-44A2-BC2D-48E9E60DA119}" type="sibTrans" cxnId="{2D28D22D-69B0-4A8E-9D3A-D0114CA53F67}">
      <dgm:prSet/>
      <dgm:spPr/>
      <dgm:t>
        <a:bodyPr/>
        <a:lstStyle/>
        <a:p>
          <a:endParaRPr lang="en-US" noProof="0"/>
        </a:p>
      </dgm:t>
    </dgm:pt>
    <dgm:pt modelId="{7849C889-CB72-4867-927F-6D3D55799E0E}">
      <dgm:prSet custT="1"/>
      <dgm:spPr/>
      <dgm:t>
        <a:bodyPr/>
        <a:lstStyle/>
        <a:p>
          <a:r>
            <a:rPr lang="en-US" sz="900" noProof="0" smtClean="0"/>
            <a:t>It allows decisions to be made at the optimal time. </a:t>
          </a:r>
          <a:endParaRPr lang="en-US" sz="900" noProof="0"/>
        </a:p>
      </dgm:t>
    </dgm:pt>
    <dgm:pt modelId="{0A6263FD-0132-4F24-8278-E65CF5A66A66}" type="parTrans" cxnId="{2981B409-FD43-442A-B80D-5CB7B678F1C9}">
      <dgm:prSet/>
      <dgm:spPr/>
      <dgm:t>
        <a:bodyPr/>
        <a:lstStyle/>
        <a:p>
          <a:endParaRPr lang="en-US" noProof="0"/>
        </a:p>
      </dgm:t>
    </dgm:pt>
    <dgm:pt modelId="{0E3C8A95-801E-490A-881D-D5885381BC96}" type="sibTrans" cxnId="{2981B409-FD43-442A-B80D-5CB7B678F1C9}">
      <dgm:prSet/>
      <dgm:spPr/>
      <dgm:t>
        <a:bodyPr/>
        <a:lstStyle/>
        <a:p>
          <a:endParaRPr lang="en-US" noProof="0"/>
        </a:p>
      </dgm:t>
    </dgm:pt>
    <dgm:pt modelId="{37C5B543-4F2B-40BA-BD28-EA1732A5E9B1}">
      <dgm:prSet phldrT="[Texto]" custT="1"/>
      <dgm:spPr/>
      <dgm:t>
        <a:bodyPr/>
        <a:lstStyle/>
        <a:p>
          <a:r>
            <a:rPr lang="en-US" sz="1000" noProof="0" dirty="0" smtClean="0"/>
            <a:t>is a simple description of a requirement</a:t>
          </a:r>
        </a:p>
      </dgm:t>
    </dgm:pt>
    <dgm:pt modelId="{78A5EEF1-FDD9-4556-9729-832413C3D1E6}" type="parTrans" cxnId="{0B46DF4A-A040-42D6-B11E-E3AA020000AD}">
      <dgm:prSet/>
      <dgm:spPr/>
      <dgm:t>
        <a:bodyPr/>
        <a:lstStyle/>
        <a:p>
          <a:endParaRPr lang="en-US" noProof="0"/>
        </a:p>
      </dgm:t>
    </dgm:pt>
    <dgm:pt modelId="{B25D031A-3417-4706-93FB-D9B93BC44B4C}" type="sibTrans" cxnId="{0B46DF4A-A040-42D6-B11E-E3AA020000AD}">
      <dgm:prSet/>
      <dgm:spPr/>
      <dgm:t>
        <a:bodyPr/>
        <a:lstStyle/>
        <a:p>
          <a:endParaRPr lang="en-US" noProof="0"/>
        </a:p>
      </dgm:t>
    </dgm:pt>
    <dgm:pt modelId="{8A73102E-CA03-4DF6-B39B-6C98349EE09D}">
      <dgm:prSet phldrT="[Texto]" custT="1"/>
      <dgm:spPr/>
      <dgm:t>
        <a:bodyPr/>
        <a:lstStyle/>
        <a:p>
          <a:r>
            <a:rPr lang="en-US" sz="900" noProof="0" dirty="0" smtClean="0"/>
            <a:t>Users are the ideal people to write user stories.</a:t>
          </a:r>
        </a:p>
      </dgm:t>
    </dgm:pt>
    <dgm:pt modelId="{6DAB59CA-B5ED-498D-8EFC-DFE1C3F82985}" type="parTrans" cxnId="{A3CE2FDA-C34D-4B81-A905-412D723FB3F3}">
      <dgm:prSet/>
      <dgm:spPr/>
      <dgm:t>
        <a:bodyPr/>
        <a:lstStyle/>
        <a:p>
          <a:endParaRPr lang="en-US" noProof="0"/>
        </a:p>
      </dgm:t>
    </dgm:pt>
    <dgm:pt modelId="{35223CA5-FBB2-448C-B9F5-A5CF5550F3B4}" type="sibTrans" cxnId="{A3CE2FDA-C34D-4B81-A905-412D723FB3F3}">
      <dgm:prSet/>
      <dgm:spPr/>
      <dgm:t>
        <a:bodyPr/>
        <a:lstStyle/>
        <a:p>
          <a:endParaRPr lang="en-US" noProof="0"/>
        </a:p>
      </dgm:t>
    </dgm:pt>
    <dgm:pt modelId="{04A4E978-C194-4118-AAE0-E4702C82B869}">
      <dgm:prSet phldrT="[Texto]" custT="1"/>
      <dgm:spPr/>
      <dgm:t>
        <a:bodyPr/>
        <a:lstStyle/>
        <a:p>
          <a:r>
            <a:rPr lang="en-US" sz="800" noProof="0" dirty="0" smtClean="0"/>
            <a:t>Product Owner’s job to keep the Product Backlog full of user stories.</a:t>
          </a:r>
        </a:p>
      </dgm:t>
    </dgm:pt>
    <dgm:pt modelId="{9703E3F2-F631-4078-A0B7-43E7AAD510E0}" type="parTrans" cxnId="{C1EE1F60-7304-4B0B-A58C-01033D819022}">
      <dgm:prSet/>
      <dgm:spPr/>
      <dgm:t>
        <a:bodyPr/>
        <a:lstStyle/>
        <a:p>
          <a:endParaRPr lang="en-US" noProof="0"/>
        </a:p>
      </dgm:t>
    </dgm:pt>
    <dgm:pt modelId="{C2B2CC2C-11C0-490E-B5DA-521CFF0DDD28}" type="sibTrans" cxnId="{C1EE1F60-7304-4B0B-A58C-01033D819022}">
      <dgm:prSet/>
      <dgm:spPr/>
      <dgm:t>
        <a:bodyPr/>
        <a:lstStyle/>
        <a:p>
          <a:endParaRPr lang="en-US" noProof="0"/>
        </a:p>
      </dgm:t>
    </dgm:pt>
    <dgm:pt modelId="{F0A32599-FBF6-401D-8960-4AA20C0FB633}">
      <dgm:prSet custT="1"/>
      <dgm:spPr/>
      <dgm:t>
        <a:bodyPr/>
        <a:lstStyle/>
        <a:p>
          <a:r>
            <a:rPr lang="en-US" sz="900" noProof="0" smtClean="0"/>
            <a:t>Story Points are the most common unit of measure </a:t>
          </a:r>
          <a:endParaRPr lang="en-US" sz="900" noProof="0"/>
        </a:p>
      </dgm:t>
    </dgm:pt>
    <dgm:pt modelId="{2D2FF1EE-62BA-4285-A96E-F22710F2FE14}" type="parTrans" cxnId="{86281406-057E-4240-9D90-8D593B70D483}">
      <dgm:prSet/>
      <dgm:spPr/>
      <dgm:t>
        <a:bodyPr/>
        <a:lstStyle/>
        <a:p>
          <a:endParaRPr lang="en-US" noProof="0"/>
        </a:p>
      </dgm:t>
    </dgm:pt>
    <dgm:pt modelId="{5FA123DA-1B4B-4159-A9DC-438417E010B7}" type="sibTrans" cxnId="{86281406-057E-4240-9D90-8D593B70D483}">
      <dgm:prSet/>
      <dgm:spPr/>
      <dgm:t>
        <a:bodyPr/>
        <a:lstStyle/>
        <a:p>
          <a:endParaRPr lang="en-US" noProof="0"/>
        </a:p>
      </dgm:t>
    </dgm:pt>
    <dgm:pt modelId="{A02C1DE7-BB18-4552-88B0-E047D38EE374}">
      <dgm:prSet custT="1"/>
      <dgm:spPr/>
      <dgm:t>
        <a:bodyPr/>
        <a:lstStyle/>
        <a:p>
          <a:r>
            <a:rPr lang="en-US" sz="900" noProof="0" smtClean="0"/>
            <a:t>Historical Velocity Forms the Basis for Committing</a:t>
          </a:r>
          <a:endParaRPr lang="en-US" sz="900" noProof="0"/>
        </a:p>
      </dgm:t>
    </dgm:pt>
    <dgm:pt modelId="{9A5A1E77-3C43-4965-A8C3-DB83C77E00B6}" type="parTrans" cxnId="{75142440-8437-4CFB-B93D-4D5D548F2F2C}">
      <dgm:prSet/>
      <dgm:spPr/>
      <dgm:t>
        <a:bodyPr/>
        <a:lstStyle/>
        <a:p>
          <a:endParaRPr lang="en-US" noProof="0"/>
        </a:p>
      </dgm:t>
    </dgm:pt>
    <dgm:pt modelId="{453CC079-1734-4ACE-BA83-BF450F3E1B34}" type="sibTrans" cxnId="{75142440-8437-4CFB-B93D-4D5D548F2F2C}">
      <dgm:prSet/>
      <dgm:spPr/>
      <dgm:t>
        <a:bodyPr/>
        <a:lstStyle/>
        <a:p>
          <a:endParaRPr lang="en-US" noProof="0"/>
        </a:p>
      </dgm:t>
    </dgm:pt>
    <dgm:pt modelId="{E73D6FC8-D929-4169-9918-9C734912A623}">
      <dgm:prSet custT="1"/>
      <dgm:spPr/>
      <dgm:t>
        <a:bodyPr/>
        <a:lstStyle/>
        <a:p>
          <a:endParaRPr lang="en-US" sz="1000" noProof="0"/>
        </a:p>
      </dgm:t>
    </dgm:pt>
    <dgm:pt modelId="{4C880FE9-BBB1-4D0A-9109-97E846FD71C0}" type="parTrans" cxnId="{0809B76F-62A2-4D5C-8AF3-8389069C4402}">
      <dgm:prSet/>
      <dgm:spPr/>
      <dgm:t>
        <a:bodyPr/>
        <a:lstStyle/>
        <a:p>
          <a:endParaRPr lang="en-US" noProof="0"/>
        </a:p>
      </dgm:t>
    </dgm:pt>
    <dgm:pt modelId="{72E629E2-269A-4BB4-8DE1-09A10FF28ACA}" type="sibTrans" cxnId="{0809B76F-62A2-4D5C-8AF3-8389069C4402}">
      <dgm:prSet/>
      <dgm:spPr/>
      <dgm:t>
        <a:bodyPr/>
        <a:lstStyle/>
        <a:p>
          <a:endParaRPr lang="en-US" noProof="0"/>
        </a:p>
      </dgm:t>
    </dgm:pt>
    <dgm:pt modelId="{B1279508-5DC9-4618-BF22-79759996D867}">
      <dgm:prSet phldrT="[Texto]" custT="1"/>
      <dgm:spPr/>
      <dgm:t>
        <a:bodyPr/>
        <a:lstStyle/>
        <a:p>
          <a:r>
            <a:rPr lang="en-US" sz="900" noProof="0" smtClean="0"/>
            <a:t>Big, Visible Charts. most common is the sprint burn-down chart.</a:t>
          </a:r>
          <a:endParaRPr lang="en-US" sz="900" noProof="0"/>
        </a:p>
      </dgm:t>
    </dgm:pt>
    <dgm:pt modelId="{76DF9913-82C4-437E-8231-1D4AB3998D5E}" type="parTrans" cxnId="{8236FDFE-37CF-425C-BC9D-481055D86C62}">
      <dgm:prSet/>
      <dgm:spPr/>
      <dgm:t>
        <a:bodyPr/>
        <a:lstStyle/>
        <a:p>
          <a:endParaRPr lang="en-US" noProof="0"/>
        </a:p>
      </dgm:t>
    </dgm:pt>
    <dgm:pt modelId="{53308B54-3049-4769-BA66-324D96F0D52F}" type="sibTrans" cxnId="{8236FDFE-37CF-425C-BC9D-481055D86C62}">
      <dgm:prSet/>
      <dgm:spPr/>
      <dgm:t>
        <a:bodyPr/>
        <a:lstStyle/>
        <a:p>
          <a:endParaRPr lang="en-US" noProof="0"/>
        </a:p>
      </dgm:t>
    </dgm:pt>
    <dgm:pt modelId="{FFCB1299-3E58-4034-A100-3B6BA6FAD370}">
      <dgm:prSet custT="1"/>
      <dgm:spPr/>
      <dgm:t>
        <a:bodyPr/>
        <a:lstStyle/>
        <a:p>
          <a:r>
            <a:rPr lang="en-US" sz="1000" noProof="0" smtClean="0"/>
            <a:t>user story</a:t>
          </a:r>
        </a:p>
      </dgm:t>
    </dgm:pt>
    <dgm:pt modelId="{22A74C8B-D12C-42B0-BD74-D2D9C0F1CE64}" type="parTrans" cxnId="{F1566194-F499-4CE3-98E4-45B95C052713}">
      <dgm:prSet/>
      <dgm:spPr/>
      <dgm:t>
        <a:bodyPr/>
        <a:lstStyle/>
        <a:p>
          <a:endParaRPr lang="en-US" noProof="0"/>
        </a:p>
      </dgm:t>
    </dgm:pt>
    <dgm:pt modelId="{AB393D22-9FA6-420B-AE9E-0900B6E02D02}" type="sibTrans" cxnId="{F1566194-F499-4CE3-98E4-45B95C052713}">
      <dgm:prSet/>
      <dgm:spPr/>
      <dgm:t>
        <a:bodyPr/>
        <a:lstStyle/>
        <a:p>
          <a:endParaRPr lang="en-US" noProof="0"/>
        </a:p>
      </dgm:t>
    </dgm:pt>
    <dgm:pt modelId="{00AE6682-860C-40F8-82A6-93879806381D}">
      <dgm:prSet custT="1"/>
      <dgm:spPr/>
      <dgm:t>
        <a:bodyPr/>
        <a:lstStyle/>
        <a:p>
          <a:r>
            <a:rPr lang="en-US" sz="1000" noProof="0" smtClean="0"/>
            <a:t>Task Board: makes Sprint backlog visible</a:t>
          </a:r>
          <a:endParaRPr lang="en-US" sz="1000" noProof="0"/>
        </a:p>
      </dgm:t>
    </dgm:pt>
    <dgm:pt modelId="{50DDF429-3B06-4CCB-97E8-DA65D1BE3023}" type="parTrans" cxnId="{2C74F9AE-10A7-4E06-AC27-79BDC8981639}">
      <dgm:prSet/>
      <dgm:spPr/>
      <dgm:t>
        <a:bodyPr/>
        <a:lstStyle/>
        <a:p>
          <a:endParaRPr lang="en-US" noProof="0"/>
        </a:p>
      </dgm:t>
    </dgm:pt>
    <dgm:pt modelId="{F0FC6F48-4AFE-429B-A381-A833A9658F58}" type="sibTrans" cxnId="{2C74F9AE-10A7-4E06-AC27-79BDC8981639}">
      <dgm:prSet/>
      <dgm:spPr/>
      <dgm:t>
        <a:bodyPr/>
        <a:lstStyle/>
        <a:p>
          <a:endParaRPr lang="en-US" noProof="0"/>
        </a:p>
      </dgm:t>
    </dgm:pt>
    <dgm:pt modelId="{2A42DDB5-E5AD-4D66-B385-DD0D36221CD5}" type="pres">
      <dgm:prSet presAssocID="{DFA3D77D-9B4E-48CB-BE9A-AEBD8673F255}" presName="Name0" presStyleCnt="0">
        <dgm:presLayoutVars>
          <dgm:dir/>
          <dgm:animLvl val="lvl"/>
          <dgm:resizeHandles val="exact"/>
        </dgm:presLayoutVars>
      </dgm:prSet>
      <dgm:spPr/>
      <dgm:t>
        <a:bodyPr/>
        <a:lstStyle/>
        <a:p>
          <a:endParaRPr lang="en-US"/>
        </a:p>
      </dgm:t>
    </dgm:pt>
    <dgm:pt modelId="{DE4F70EE-0A9F-405B-A3B6-4920B57F5940}" type="pres">
      <dgm:prSet presAssocID="{FF973F0F-5DAD-4DF2-9C9F-21A20E7307B6}" presName="vertFlow" presStyleCnt="0"/>
      <dgm:spPr/>
    </dgm:pt>
    <dgm:pt modelId="{6169DDCC-378C-4133-BD4E-E17B6664E527}" type="pres">
      <dgm:prSet presAssocID="{FF973F0F-5DAD-4DF2-9C9F-21A20E7307B6}" presName="header" presStyleLbl="node1" presStyleIdx="0" presStyleCnt="6"/>
      <dgm:spPr/>
      <dgm:t>
        <a:bodyPr/>
        <a:lstStyle/>
        <a:p>
          <a:endParaRPr lang="en-US"/>
        </a:p>
      </dgm:t>
    </dgm:pt>
    <dgm:pt modelId="{408D565F-CE66-4D55-9504-18B98234A684}" type="pres">
      <dgm:prSet presAssocID="{3E9499CE-6052-4B0A-9F1E-21DFA81010E7}" presName="parTrans" presStyleLbl="sibTrans2D1" presStyleIdx="0" presStyleCnt="34"/>
      <dgm:spPr/>
      <dgm:t>
        <a:bodyPr/>
        <a:lstStyle/>
        <a:p>
          <a:endParaRPr lang="en-US"/>
        </a:p>
      </dgm:t>
    </dgm:pt>
    <dgm:pt modelId="{0D86EEA4-459E-4194-A3CB-575FA5352252}" type="pres">
      <dgm:prSet presAssocID="{27F50AEF-599F-4845-91B1-E9A02FF64607}" presName="child" presStyleLbl="alignAccFollowNode1" presStyleIdx="0" presStyleCnt="34">
        <dgm:presLayoutVars>
          <dgm:chMax val="0"/>
          <dgm:bulletEnabled val="1"/>
        </dgm:presLayoutVars>
      </dgm:prSet>
      <dgm:spPr/>
      <dgm:t>
        <a:bodyPr/>
        <a:lstStyle/>
        <a:p>
          <a:endParaRPr lang="en-US"/>
        </a:p>
      </dgm:t>
    </dgm:pt>
    <dgm:pt modelId="{51CC5ADC-6AA3-4C20-A197-3043DB53D921}" type="pres">
      <dgm:prSet presAssocID="{2B6580DE-43A2-4153-8E44-2C30DA814397}" presName="sibTrans" presStyleLbl="sibTrans2D1" presStyleIdx="1" presStyleCnt="34"/>
      <dgm:spPr/>
      <dgm:t>
        <a:bodyPr/>
        <a:lstStyle/>
        <a:p>
          <a:endParaRPr lang="en-US"/>
        </a:p>
      </dgm:t>
    </dgm:pt>
    <dgm:pt modelId="{1FE23132-F6AA-4EDF-B98C-C268BE9AD032}" type="pres">
      <dgm:prSet presAssocID="{DFF885B6-5814-4D3B-93B9-3E3947258A43}" presName="child" presStyleLbl="alignAccFollowNode1" presStyleIdx="1" presStyleCnt="34">
        <dgm:presLayoutVars>
          <dgm:chMax val="0"/>
          <dgm:bulletEnabled val="1"/>
        </dgm:presLayoutVars>
      </dgm:prSet>
      <dgm:spPr/>
      <dgm:t>
        <a:bodyPr/>
        <a:lstStyle/>
        <a:p>
          <a:endParaRPr lang="en-US"/>
        </a:p>
      </dgm:t>
    </dgm:pt>
    <dgm:pt modelId="{6A24C01D-EE2D-4C4A-A8F2-E8FFFE4C8ABE}" type="pres">
      <dgm:prSet presAssocID="{6756665F-94D5-4809-8122-A8BAC5064BEF}" presName="sibTrans" presStyleLbl="sibTrans2D1" presStyleIdx="2" presStyleCnt="34"/>
      <dgm:spPr/>
      <dgm:t>
        <a:bodyPr/>
        <a:lstStyle/>
        <a:p>
          <a:endParaRPr lang="en-US"/>
        </a:p>
      </dgm:t>
    </dgm:pt>
    <dgm:pt modelId="{4C0080AC-3BEC-493B-BFBE-31D2B78BF09D}" type="pres">
      <dgm:prSet presAssocID="{212B9E15-AF1E-40C3-83FA-60B9D57CB820}" presName="child" presStyleLbl="alignAccFollowNode1" presStyleIdx="2" presStyleCnt="34" custScaleY="213589">
        <dgm:presLayoutVars>
          <dgm:chMax val="0"/>
          <dgm:bulletEnabled val="1"/>
        </dgm:presLayoutVars>
      </dgm:prSet>
      <dgm:spPr/>
      <dgm:t>
        <a:bodyPr/>
        <a:lstStyle/>
        <a:p>
          <a:endParaRPr lang="en-US"/>
        </a:p>
      </dgm:t>
    </dgm:pt>
    <dgm:pt modelId="{3723B3D5-0EEF-42C8-995C-9ED0F6621AFB}" type="pres">
      <dgm:prSet presAssocID="{A3237BA0-0196-454B-BA8A-0CC07D8EBD3C}" presName="sibTrans" presStyleLbl="sibTrans2D1" presStyleIdx="3" presStyleCnt="34"/>
      <dgm:spPr/>
      <dgm:t>
        <a:bodyPr/>
        <a:lstStyle/>
        <a:p>
          <a:endParaRPr lang="pt-BR"/>
        </a:p>
      </dgm:t>
    </dgm:pt>
    <dgm:pt modelId="{B3A10AFE-D330-49FE-9376-952FD6CE2801}" type="pres">
      <dgm:prSet presAssocID="{F0A32599-FBF6-401D-8960-4AA20C0FB633}" presName="child" presStyleLbl="alignAccFollowNode1" presStyleIdx="3" presStyleCnt="34">
        <dgm:presLayoutVars>
          <dgm:chMax val="0"/>
          <dgm:bulletEnabled val="1"/>
        </dgm:presLayoutVars>
      </dgm:prSet>
      <dgm:spPr/>
      <dgm:t>
        <a:bodyPr/>
        <a:lstStyle/>
        <a:p>
          <a:endParaRPr lang="en-US"/>
        </a:p>
      </dgm:t>
    </dgm:pt>
    <dgm:pt modelId="{80924BD3-F2A9-4D98-BCD6-2AE3C589FEFA}" type="pres">
      <dgm:prSet presAssocID="{5FA123DA-1B4B-4159-A9DC-438417E010B7}" presName="sibTrans" presStyleLbl="sibTrans2D1" presStyleIdx="4" presStyleCnt="34"/>
      <dgm:spPr/>
      <dgm:t>
        <a:bodyPr/>
        <a:lstStyle/>
        <a:p>
          <a:endParaRPr lang="pt-BR"/>
        </a:p>
      </dgm:t>
    </dgm:pt>
    <dgm:pt modelId="{EADDF02D-F36C-49F6-AA73-D5CAC6D90ED3}" type="pres">
      <dgm:prSet presAssocID="{A02C1DE7-BB18-4552-88B0-E047D38EE374}" presName="child" presStyleLbl="alignAccFollowNode1" presStyleIdx="4" presStyleCnt="34">
        <dgm:presLayoutVars>
          <dgm:chMax val="0"/>
          <dgm:bulletEnabled val="1"/>
        </dgm:presLayoutVars>
      </dgm:prSet>
      <dgm:spPr/>
      <dgm:t>
        <a:bodyPr/>
        <a:lstStyle/>
        <a:p>
          <a:endParaRPr lang="en-US"/>
        </a:p>
      </dgm:t>
    </dgm:pt>
    <dgm:pt modelId="{DFA481F0-10CF-4448-9EF6-FDB78DE7FCD3}" type="pres">
      <dgm:prSet presAssocID="{453CC079-1734-4ACE-BA83-BF450F3E1B34}" presName="sibTrans" presStyleLbl="sibTrans2D1" presStyleIdx="5" presStyleCnt="34"/>
      <dgm:spPr/>
      <dgm:t>
        <a:bodyPr/>
        <a:lstStyle/>
        <a:p>
          <a:endParaRPr lang="pt-BR"/>
        </a:p>
      </dgm:t>
    </dgm:pt>
    <dgm:pt modelId="{D868B3C8-6B45-45F9-AFA2-9B4B9F12E8E9}" type="pres">
      <dgm:prSet presAssocID="{E73D6FC8-D929-4169-9918-9C734912A623}" presName="child" presStyleLbl="alignAccFollowNode1" presStyleIdx="5" presStyleCnt="34">
        <dgm:presLayoutVars>
          <dgm:chMax val="0"/>
          <dgm:bulletEnabled val="1"/>
        </dgm:presLayoutVars>
      </dgm:prSet>
      <dgm:spPr/>
      <dgm:t>
        <a:bodyPr/>
        <a:lstStyle/>
        <a:p>
          <a:endParaRPr lang="pt-BR"/>
        </a:p>
      </dgm:t>
    </dgm:pt>
    <dgm:pt modelId="{0804E84F-0965-4816-B8E8-A767AF96E1A9}" type="pres">
      <dgm:prSet presAssocID="{FF973F0F-5DAD-4DF2-9C9F-21A20E7307B6}" presName="hSp" presStyleCnt="0"/>
      <dgm:spPr/>
    </dgm:pt>
    <dgm:pt modelId="{D0A61F09-43FD-4730-8E5F-9CA70AC8B439}" type="pres">
      <dgm:prSet presAssocID="{9841108B-3AD2-4226-B162-40094AD34796}" presName="vertFlow" presStyleCnt="0"/>
      <dgm:spPr/>
    </dgm:pt>
    <dgm:pt modelId="{A8792FB1-86C8-48D9-B70E-FB57DAB853DE}" type="pres">
      <dgm:prSet presAssocID="{9841108B-3AD2-4226-B162-40094AD34796}" presName="header" presStyleLbl="node1" presStyleIdx="1" presStyleCnt="6"/>
      <dgm:spPr/>
      <dgm:t>
        <a:bodyPr/>
        <a:lstStyle/>
        <a:p>
          <a:endParaRPr lang="en-US"/>
        </a:p>
      </dgm:t>
    </dgm:pt>
    <dgm:pt modelId="{6B08D36C-3F7B-4775-8C1D-40B5EA9F22D5}" type="pres">
      <dgm:prSet presAssocID="{B1C3AEA0-E3D4-4322-880F-B70C7DFC3694}" presName="parTrans" presStyleLbl="sibTrans2D1" presStyleIdx="6" presStyleCnt="34"/>
      <dgm:spPr/>
      <dgm:t>
        <a:bodyPr/>
        <a:lstStyle/>
        <a:p>
          <a:endParaRPr lang="en-US"/>
        </a:p>
      </dgm:t>
    </dgm:pt>
    <dgm:pt modelId="{81716DC0-67AE-4340-96F4-AE116EDA01E6}" type="pres">
      <dgm:prSet presAssocID="{FB1E0236-9891-4820-BE20-642D5EFC7FFC}" presName="child" presStyleLbl="alignAccFollowNode1" presStyleIdx="6" presStyleCnt="34">
        <dgm:presLayoutVars>
          <dgm:chMax val="0"/>
          <dgm:bulletEnabled val="1"/>
        </dgm:presLayoutVars>
      </dgm:prSet>
      <dgm:spPr/>
      <dgm:t>
        <a:bodyPr/>
        <a:lstStyle/>
        <a:p>
          <a:endParaRPr lang="en-US"/>
        </a:p>
      </dgm:t>
    </dgm:pt>
    <dgm:pt modelId="{27599E8A-629D-46E7-9652-60425A00AF2A}" type="pres">
      <dgm:prSet presAssocID="{DDB3DA9D-DA5C-4E98-827A-5490A00B9E49}" presName="sibTrans" presStyleLbl="sibTrans2D1" presStyleIdx="7" presStyleCnt="34"/>
      <dgm:spPr/>
      <dgm:t>
        <a:bodyPr/>
        <a:lstStyle/>
        <a:p>
          <a:endParaRPr lang="en-US"/>
        </a:p>
      </dgm:t>
    </dgm:pt>
    <dgm:pt modelId="{76AE5C49-1398-4CF5-896B-B4C546901659}" type="pres">
      <dgm:prSet presAssocID="{21C11833-120E-4EB3-81F2-A8B3C961D395}" presName="child" presStyleLbl="alignAccFollowNode1" presStyleIdx="7" presStyleCnt="34">
        <dgm:presLayoutVars>
          <dgm:chMax val="0"/>
          <dgm:bulletEnabled val="1"/>
        </dgm:presLayoutVars>
      </dgm:prSet>
      <dgm:spPr/>
      <dgm:t>
        <a:bodyPr/>
        <a:lstStyle/>
        <a:p>
          <a:endParaRPr lang="en-US"/>
        </a:p>
      </dgm:t>
    </dgm:pt>
    <dgm:pt modelId="{CD90F15F-56FC-443B-87CF-3BEB566A2146}" type="pres">
      <dgm:prSet presAssocID="{5FDF32FB-4CFD-4239-ABB0-8AAF19C9EAD3}" presName="sibTrans" presStyleLbl="sibTrans2D1" presStyleIdx="8" presStyleCnt="34"/>
      <dgm:spPr/>
      <dgm:t>
        <a:bodyPr/>
        <a:lstStyle/>
        <a:p>
          <a:endParaRPr lang="en-US"/>
        </a:p>
      </dgm:t>
    </dgm:pt>
    <dgm:pt modelId="{96AA86AE-4307-43F5-9D71-AEB3E475A431}" type="pres">
      <dgm:prSet presAssocID="{926085E8-A388-4323-8201-749293263860}" presName="child" presStyleLbl="alignAccFollowNode1" presStyleIdx="8" presStyleCnt="34" custScaleY="212206">
        <dgm:presLayoutVars>
          <dgm:chMax val="0"/>
          <dgm:bulletEnabled val="1"/>
        </dgm:presLayoutVars>
      </dgm:prSet>
      <dgm:spPr/>
      <dgm:t>
        <a:bodyPr/>
        <a:lstStyle/>
        <a:p>
          <a:endParaRPr lang="en-US"/>
        </a:p>
      </dgm:t>
    </dgm:pt>
    <dgm:pt modelId="{7BBB2E45-A299-4ADE-9EEB-F2511F53D6FC}" type="pres">
      <dgm:prSet presAssocID="{E189FEE7-2F93-4D43-95E2-05FB45C63C48}" presName="sibTrans" presStyleLbl="sibTrans2D1" presStyleIdx="9" presStyleCnt="34"/>
      <dgm:spPr/>
      <dgm:t>
        <a:bodyPr/>
        <a:lstStyle/>
        <a:p>
          <a:endParaRPr lang="en-US"/>
        </a:p>
      </dgm:t>
    </dgm:pt>
    <dgm:pt modelId="{C0F9B289-2BD9-40D4-B752-B54086C40A04}" type="pres">
      <dgm:prSet presAssocID="{0F7114C5-9BE9-4327-A61D-171CE5528B69}" presName="child" presStyleLbl="alignAccFollowNode1" presStyleIdx="9" presStyleCnt="34">
        <dgm:presLayoutVars>
          <dgm:chMax val="0"/>
          <dgm:bulletEnabled val="1"/>
        </dgm:presLayoutVars>
      </dgm:prSet>
      <dgm:spPr/>
      <dgm:t>
        <a:bodyPr/>
        <a:lstStyle/>
        <a:p>
          <a:endParaRPr lang="en-US"/>
        </a:p>
      </dgm:t>
    </dgm:pt>
    <dgm:pt modelId="{28556356-7022-4781-BE68-C7EE006AED97}" type="pres">
      <dgm:prSet presAssocID="{46541289-8F67-4501-B8A4-8806E09A33C7}" presName="sibTrans" presStyleLbl="sibTrans2D1" presStyleIdx="10" presStyleCnt="34"/>
      <dgm:spPr/>
      <dgm:t>
        <a:bodyPr/>
        <a:lstStyle/>
        <a:p>
          <a:endParaRPr lang="pt-BR"/>
        </a:p>
      </dgm:t>
    </dgm:pt>
    <dgm:pt modelId="{15F1EAB7-1445-4E53-A61E-9DCB837A80BA}" type="pres">
      <dgm:prSet presAssocID="{76A9992A-B5A9-411B-96CA-C22A20DCAB6B}" presName="child" presStyleLbl="alignAccFollowNode1" presStyleIdx="10" presStyleCnt="34">
        <dgm:presLayoutVars>
          <dgm:chMax val="0"/>
          <dgm:bulletEnabled val="1"/>
        </dgm:presLayoutVars>
      </dgm:prSet>
      <dgm:spPr/>
      <dgm:t>
        <a:bodyPr/>
        <a:lstStyle/>
        <a:p>
          <a:endParaRPr lang="en-US"/>
        </a:p>
      </dgm:t>
    </dgm:pt>
    <dgm:pt modelId="{3B78A119-6851-4C01-89DD-30302B93049F}" type="pres">
      <dgm:prSet presAssocID="{DAC980C7-0EB8-44A2-BC2D-48E9E60DA119}" presName="sibTrans" presStyleLbl="sibTrans2D1" presStyleIdx="11" presStyleCnt="34"/>
      <dgm:spPr/>
      <dgm:t>
        <a:bodyPr/>
        <a:lstStyle/>
        <a:p>
          <a:endParaRPr lang="pt-BR"/>
        </a:p>
      </dgm:t>
    </dgm:pt>
    <dgm:pt modelId="{3367026C-4090-4E7B-8AFD-171EEEB755DC}" type="pres">
      <dgm:prSet presAssocID="{7849C889-CB72-4867-927F-6D3D55799E0E}" presName="child" presStyleLbl="alignAccFollowNode1" presStyleIdx="11" presStyleCnt="34">
        <dgm:presLayoutVars>
          <dgm:chMax val="0"/>
          <dgm:bulletEnabled val="1"/>
        </dgm:presLayoutVars>
      </dgm:prSet>
      <dgm:spPr/>
      <dgm:t>
        <a:bodyPr/>
        <a:lstStyle/>
        <a:p>
          <a:endParaRPr lang="en-US"/>
        </a:p>
      </dgm:t>
    </dgm:pt>
    <dgm:pt modelId="{17C6C6E3-CE24-4EBB-BE69-32D1AD17CCFB}" type="pres">
      <dgm:prSet presAssocID="{9841108B-3AD2-4226-B162-40094AD34796}" presName="hSp" presStyleCnt="0"/>
      <dgm:spPr/>
    </dgm:pt>
    <dgm:pt modelId="{2A4B0BCC-2A25-466C-A3EC-120881C1757B}" type="pres">
      <dgm:prSet presAssocID="{FB6D6D99-3479-484C-8918-89302CE66473}" presName="vertFlow" presStyleCnt="0"/>
      <dgm:spPr/>
    </dgm:pt>
    <dgm:pt modelId="{6EFEF940-5282-411E-9F7D-BAE2B47D6ACC}" type="pres">
      <dgm:prSet presAssocID="{FB6D6D99-3479-484C-8918-89302CE66473}" presName="header" presStyleLbl="node1" presStyleIdx="2" presStyleCnt="6"/>
      <dgm:spPr/>
      <dgm:t>
        <a:bodyPr/>
        <a:lstStyle/>
        <a:p>
          <a:endParaRPr lang="en-US"/>
        </a:p>
      </dgm:t>
    </dgm:pt>
    <dgm:pt modelId="{D0FC23D5-20D2-4E33-B13F-F683CEA310F2}" type="pres">
      <dgm:prSet presAssocID="{80442AFE-800C-41F7-97DC-142AA5F86281}" presName="parTrans" presStyleLbl="sibTrans2D1" presStyleIdx="12" presStyleCnt="34"/>
      <dgm:spPr/>
      <dgm:t>
        <a:bodyPr/>
        <a:lstStyle/>
        <a:p>
          <a:endParaRPr lang="en-US"/>
        </a:p>
      </dgm:t>
    </dgm:pt>
    <dgm:pt modelId="{31BF3D68-C8D6-4CFF-9018-F27A9F4D27BC}" type="pres">
      <dgm:prSet presAssocID="{415B92E1-F72E-40F9-A0AE-551B0B610C36}" presName="child" presStyleLbl="alignAccFollowNode1" presStyleIdx="12" presStyleCnt="34">
        <dgm:presLayoutVars>
          <dgm:chMax val="0"/>
          <dgm:bulletEnabled val="1"/>
        </dgm:presLayoutVars>
      </dgm:prSet>
      <dgm:spPr/>
      <dgm:t>
        <a:bodyPr/>
        <a:lstStyle/>
        <a:p>
          <a:endParaRPr lang="en-US"/>
        </a:p>
      </dgm:t>
    </dgm:pt>
    <dgm:pt modelId="{72311689-40AC-4339-A4F8-BF1DC4905AC2}" type="pres">
      <dgm:prSet presAssocID="{6ECB8251-5F2A-46F1-8037-645A4DE072E1}" presName="sibTrans" presStyleLbl="sibTrans2D1" presStyleIdx="13" presStyleCnt="34"/>
      <dgm:spPr/>
      <dgm:t>
        <a:bodyPr/>
        <a:lstStyle/>
        <a:p>
          <a:endParaRPr lang="en-US"/>
        </a:p>
      </dgm:t>
    </dgm:pt>
    <dgm:pt modelId="{2C20DDD2-FA33-400A-B8CB-E3CEC3D009CD}" type="pres">
      <dgm:prSet presAssocID="{FE6B2B59-21AC-40AE-9384-6C30942FDAD7}" presName="child" presStyleLbl="alignAccFollowNode1" presStyleIdx="13" presStyleCnt="34">
        <dgm:presLayoutVars>
          <dgm:chMax val="0"/>
          <dgm:bulletEnabled val="1"/>
        </dgm:presLayoutVars>
      </dgm:prSet>
      <dgm:spPr/>
      <dgm:t>
        <a:bodyPr/>
        <a:lstStyle/>
        <a:p>
          <a:endParaRPr lang="en-US"/>
        </a:p>
      </dgm:t>
    </dgm:pt>
    <dgm:pt modelId="{A1174C72-23E7-46C6-927F-1BB60BCA24F4}" type="pres">
      <dgm:prSet presAssocID="{44F09A66-3D95-45F9-B997-3BA6CA818C06}" presName="sibTrans" presStyleLbl="sibTrans2D1" presStyleIdx="14" presStyleCnt="34"/>
      <dgm:spPr/>
      <dgm:t>
        <a:bodyPr/>
        <a:lstStyle/>
        <a:p>
          <a:endParaRPr lang="pt-BR"/>
        </a:p>
      </dgm:t>
    </dgm:pt>
    <dgm:pt modelId="{F75A82EA-53C2-4E85-B01B-F6A0E2188934}" type="pres">
      <dgm:prSet presAssocID="{30E32690-03D1-4013-962F-667315981315}" presName="child" presStyleLbl="alignAccFollowNode1" presStyleIdx="14" presStyleCnt="34" custScaleY="162074">
        <dgm:presLayoutVars>
          <dgm:chMax val="0"/>
          <dgm:bulletEnabled val="1"/>
        </dgm:presLayoutVars>
      </dgm:prSet>
      <dgm:spPr/>
      <dgm:t>
        <a:bodyPr/>
        <a:lstStyle/>
        <a:p>
          <a:endParaRPr lang="en-US"/>
        </a:p>
      </dgm:t>
    </dgm:pt>
    <dgm:pt modelId="{D2D6D3B9-E535-4B87-86A5-34237FC4EB76}" type="pres">
      <dgm:prSet presAssocID="{F646F76A-BE76-4A8D-8945-7CA39E0CB517}" presName="sibTrans" presStyleLbl="sibTrans2D1" presStyleIdx="15" presStyleCnt="34"/>
      <dgm:spPr/>
      <dgm:t>
        <a:bodyPr/>
        <a:lstStyle/>
        <a:p>
          <a:endParaRPr lang="pt-BR"/>
        </a:p>
      </dgm:t>
    </dgm:pt>
    <dgm:pt modelId="{B783DAB6-3239-48B4-80D5-5B9EF7080ECB}" type="pres">
      <dgm:prSet presAssocID="{49A6358D-5E24-4C62-9CB3-F8B64651DB92}" presName="child" presStyleLbl="alignAccFollowNode1" presStyleIdx="15" presStyleCnt="34" custScaleY="172143">
        <dgm:presLayoutVars>
          <dgm:chMax val="0"/>
          <dgm:bulletEnabled val="1"/>
        </dgm:presLayoutVars>
      </dgm:prSet>
      <dgm:spPr/>
      <dgm:t>
        <a:bodyPr/>
        <a:lstStyle/>
        <a:p>
          <a:endParaRPr lang="en-US"/>
        </a:p>
      </dgm:t>
    </dgm:pt>
    <dgm:pt modelId="{6526D5F9-C7D2-48C3-B93F-8D2EAE432EBA}" type="pres">
      <dgm:prSet presAssocID="{30A2D069-E280-44A6-8657-7C0FED5B4D5F}" presName="sibTrans" presStyleLbl="sibTrans2D1" presStyleIdx="16" presStyleCnt="34"/>
      <dgm:spPr/>
      <dgm:t>
        <a:bodyPr/>
        <a:lstStyle/>
        <a:p>
          <a:endParaRPr lang="pt-BR"/>
        </a:p>
      </dgm:t>
    </dgm:pt>
    <dgm:pt modelId="{352DBBF3-4329-4838-A30A-2354C761B8BF}" type="pres">
      <dgm:prSet presAssocID="{11B05303-9DE2-487D-8230-2FE85FF8DF21}" presName="child" presStyleLbl="alignAccFollowNode1" presStyleIdx="16" presStyleCnt="34">
        <dgm:presLayoutVars>
          <dgm:chMax val="0"/>
          <dgm:bulletEnabled val="1"/>
        </dgm:presLayoutVars>
      </dgm:prSet>
      <dgm:spPr/>
      <dgm:t>
        <a:bodyPr/>
        <a:lstStyle/>
        <a:p>
          <a:endParaRPr lang="en-US"/>
        </a:p>
      </dgm:t>
    </dgm:pt>
    <dgm:pt modelId="{F90BEA5B-24A7-4E61-91C2-AFB285DDF245}" type="pres">
      <dgm:prSet presAssocID="{A4E0D8AA-2D8F-4CC6-B78D-AC2316204E04}" presName="sibTrans" presStyleLbl="sibTrans2D1" presStyleIdx="17" presStyleCnt="34"/>
      <dgm:spPr/>
      <dgm:t>
        <a:bodyPr/>
        <a:lstStyle/>
        <a:p>
          <a:endParaRPr lang="pt-BR"/>
        </a:p>
      </dgm:t>
    </dgm:pt>
    <dgm:pt modelId="{5419096E-F8B4-4742-A237-1C6181459027}" type="pres">
      <dgm:prSet presAssocID="{00AE6682-860C-40F8-82A6-93879806381D}" presName="child" presStyleLbl="alignAccFollowNode1" presStyleIdx="17" presStyleCnt="34">
        <dgm:presLayoutVars>
          <dgm:chMax val="0"/>
          <dgm:bulletEnabled val="1"/>
        </dgm:presLayoutVars>
      </dgm:prSet>
      <dgm:spPr/>
      <dgm:t>
        <a:bodyPr/>
        <a:lstStyle/>
        <a:p>
          <a:endParaRPr lang="en-US"/>
        </a:p>
      </dgm:t>
    </dgm:pt>
    <dgm:pt modelId="{86ED1494-A720-4E38-B3EB-0B0D68AFA810}" type="pres">
      <dgm:prSet presAssocID="{FB6D6D99-3479-484C-8918-89302CE66473}" presName="hSp" presStyleCnt="0"/>
      <dgm:spPr/>
    </dgm:pt>
    <dgm:pt modelId="{B3A158B9-D386-4642-9428-E19EB67BED67}" type="pres">
      <dgm:prSet presAssocID="{DE86678E-102B-46B3-BF79-12ABA2C8D824}" presName="vertFlow" presStyleCnt="0"/>
      <dgm:spPr/>
    </dgm:pt>
    <dgm:pt modelId="{FD0C4707-6D8B-4EE3-BFC3-3F2C3DA591DA}" type="pres">
      <dgm:prSet presAssocID="{DE86678E-102B-46B3-BF79-12ABA2C8D824}" presName="header" presStyleLbl="node1" presStyleIdx="3" presStyleCnt="6"/>
      <dgm:spPr/>
      <dgm:t>
        <a:bodyPr/>
        <a:lstStyle/>
        <a:p>
          <a:endParaRPr lang="en-US"/>
        </a:p>
      </dgm:t>
    </dgm:pt>
    <dgm:pt modelId="{91953FB8-38A5-4ECB-829D-8EE47DAA2A01}" type="pres">
      <dgm:prSet presAssocID="{D2F31253-1B43-4EF3-824F-69DBE68A4402}" presName="parTrans" presStyleLbl="sibTrans2D1" presStyleIdx="18" presStyleCnt="34"/>
      <dgm:spPr/>
      <dgm:t>
        <a:bodyPr/>
        <a:lstStyle/>
        <a:p>
          <a:endParaRPr lang="en-US"/>
        </a:p>
      </dgm:t>
    </dgm:pt>
    <dgm:pt modelId="{40ABE5F1-287B-4C90-A72D-E443B9D05AFB}" type="pres">
      <dgm:prSet presAssocID="{337784E8-ED50-42B3-B660-92300A5A1691}" presName="child" presStyleLbl="alignAccFollowNode1" presStyleIdx="18" presStyleCnt="34">
        <dgm:presLayoutVars>
          <dgm:chMax val="0"/>
          <dgm:bulletEnabled val="1"/>
        </dgm:presLayoutVars>
      </dgm:prSet>
      <dgm:spPr/>
      <dgm:t>
        <a:bodyPr/>
        <a:lstStyle/>
        <a:p>
          <a:endParaRPr lang="en-US"/>
        </a:p>
      </dgm:t>
    </dgm:pt>
    <dgm:pt modelId="{016927B4-0DC4-4C32-8FF2-48BAC99F0D02}" type="pres">
      <dgm:prSet presAssocID="{CFE8CC3E-DFBD-42C1-AD09-76A67104F81D}" presName="sibTrans" presStyleLbl="sibTrans2D1" presStyleIdx="19" presStyleCnt="34"/>
      <dgm:spPr/>
      <dgm:t>
        <a:bodyPr/>
        <a:lstStyle/>
        <a:p>
          <a:endParaRPr lang="en-US"/>
        </a:p>
      </dgm:t>
    </dgm:pt>
    <dgm:pt modelId="{1684320D-04C9-49FB-A71E-AE6754258227}" type="pres">
      <dgm:prSet presAssocID="{07BA09DD-A3AE-455B-B03F-8A38AD8E5D48}" presName="child" presStyleLbl="alignAccFollowNode1" presStyleIdx="19" presStyleCnt="34">
        <dgm:presLayoutVars>
          <dgm:chMax val="0"/>
          <dgm:bulletEnabled val="1"/>
        </dgm:presLayoutVars>
      </dgm:prSet>
      <dgm:spPr/>
      <dgm:t>
        <a:bodyPr/>
        <a:lstStyle/>
        <a:p>
          <a:endParaRPr lang="en-US"/>
        </a:p>
      </dgm:t>
    </dgm:pt>
    <dgm:pt modelId="{09D86292-C3D0-4DF8-B577-0A40E00E1330}" type="pres">
      <dgm:prSet presAssocID="{DE86678E-102B-46B3-BF79-12ABA2C8D824}" presName="hSp" presStyleCnt="0"/>
      <dgm:spPr/>
    </dgm:pt>
    <dgm:pt modelId="{6D69FFFB-0AE0-4E17-837A-875B3AD34EE9}" type="pres">
      <dgm:prSet presAssocID="{6EFDFBBD-B8B4-4E28-B289-2523EB53A376}" presName="vertFlow" presStyleCnt="0"/>
      <dgm:spPr/>
    </dgm:pt>
    <dgm:pt modelId="{30697D92-B2C5-4AD9-9694-9F10E97EA36C}" type="pres">
      <dgm:prSet presAssocID="{6EFDFBBD-B8B4-4E28-B289-2523EB53A376}" presName="header" presStyleLbl="node1" presStyleIdx="4" presStyleCnt="6"/>
      <dgm:spPr/>
      <dgm:t>
        <a:bodyPr/>
        <a:lstStyle/>
        <a:p>
          <a:endParaRPr lang="en-US"/>
        </a:p>
      </dgm:t>
    </dgm:pt>
    <dgm:pt modelId="{C7E68EDA-AA16-41A4-90C3-FCB88EDBA9A1}" type="pres">
      <dgm:prSet presAssocID="{F0878DD7-5B3F-4EF0-97F4-C5F917854C9D}" presName="parTrans" presStyleLbl="sibTrans2D1" presStyleIdx="20" presStyleCnt="34"/>
      <dgm:spPr/>
      <dgm:t>
        <a:bodyPr/>
        <a:lstStyle/>
        <a:p>
          <a:endParaRPr lang="en-US"/>
        </a:p>
      </dgm:t>
    </dgm:pt>
    <dgm:pt modelId="{565ACA0B-C9E4-4445-81D0-E168E8932E18}" type="pres">
      <dgm:prSet presAssocID="{0A5BDC68-9ADE-4F5C-AF8C-380696EB51A4}" presName="child" presStyleLbl="alignAccFollowNode1" presStyleIdx="20" presStyleCnt="34">
        <dgm:presLayoutVars>
          <dgm:chMax val="0"/>
          <dgm:bulletEnabled val="1"/>
        </dgm:presLayoutVars>
      </dgm:prSet>
      <dgm:spPr/>
      <dgm:t>
        <a:bodyPr/>
        <a:lstStyle/>
        <a:p>
          <a:endParaRPr lang="en-US"/>
        </a:p>
      </dgm:t>
    </dgm:pt>
    <dgm:pt modelId="{72F9C801-71CB-4540-A530-E49D96F473F0}" type="pres">
      <dgm:prSet presAssocID="{232DEFA7-C702-40D5-B291-A6082D61236B}" presName="sibTrans" presStyleLbl="sibTrans2D1" presStyleIdx="21" presStyleCnt="34"/>
      <dgm:spPr/>
      <dgm:t>
        <a:bodyPr/>
        <a:lstStyle/>
        <a:p>
          <a:endParaRPr lang="en-US"/>
        </a:p>
      </dgm:t>
    </dgm:pt>
    <dgm:pt modelId="{264583D7-F728-4E05-A441-8591ECFEF029}" type="pres">
      <dgm:prSet presAssocID="{68F57EB1-F886-4A56-BA5A-69F950D2150F}" presName="child" presStyleLbl="alignAccFollowNode1" presStyleIdx="21" presStyleCnt="34">
        <dgm:presLayoutVars>
          <dgm:chMax val="0"/>
          <dgm:bulletEnabled val="1"/>
        </dgm:presLayoutVars>
      </dgm:prSet>
      <dgm:spPr/>
      <dgm:t>
        <a:bodyPr/>
        <a:lstStyle/>
        <a:p>
          <a:endParaRPr lang="en-US"/>
        </a:p>
      </dgm:t>
    </dgm:pt>
    <dgm:pt modelId="{F060940B-C2C8-4B33-9FA0-5BFD21264FA6}" type="pres">
      <dgm:prSet presAssocID="{29F978CC-3E69-4C17-978E-F6904194EA09}" presName="sibTrans" presStyleLbl="sibTrans2D1" presStyleIdx="22" presStyleCnt="34"/>
      <dgm:spPr/>
      <dgm:t>
        <a:bodyPr/>
        <a:lstStyle/>
        <a:p>
          <a:endParaRPr lang="en-US"/>
        </a:p>
      </dgm:t>
    </dgm:pt>
    <dgm:pt modelId="{97F4606E-145B-4881-9EED-CCB040241023}" type="pres">
      <dgm:prSet presAssocID="{5B3786DD-0527-4235-A1B0-A167E00E3B2D}" presName="child" presStyleLbl="alignAccFollowNode1" presStyleIdx="22" presStyleCnt="34">
        <dgm:presLayoutVars>
          <dgm:chMax val="0"/>
          <dgm:bulletEnabled val="1"/>
        </dgm:presLayoutVars>
      </dgm:prSet>
      <dgm:spPr/>
      <dgm:t>
        <a:bodyPr/>
        <a:lstStyle/>
        <a:p>
          <a:endParaRPr lang="en-US"/>
        </a:p>
      </dgm:t>
    </dgm:pt>
    <dgm:pt modelId="{420079FC-D454-4D19-BF54-AB4CC37670F0}" type="pres">
      <dgm:prSet presAssocID="{005818EB-03E8-44DB-ACA7-A6F73CB7AF3E}" presName="sibTrans" presStyleLbl="sibTrans2D1" presStyleIdx="23" presStyleCnt="34"/>
      <dgm:spPr/>
      <dgm:t>
        <a:bodyPr/>
        <a:lstStyle/>
        <a:p>
          <a:endParaRPr lang="en-US"/>
        </a:p>
      </dgm:t>
    </dgm:pt>
    <dgm:pt modelId="{40E108A5-7BEC-4E0F-932E-142506EF92AB}" type="pres">
      <dgm:prSet presAssocID="{C83AC9CC-DFD0-4104-87D2-6D859324FC3F}" presName="child" presStyleLbl="alignAccFollowNode1" presStyleIdx="23" presStyleCnt="34">
        <dgm:presLayoutVars>
          <dgm:chMax val="0"/>
          <dgm:bulletEnabled val="1"/>
        </dgm:presLayoutVars>
      </dgm:prSet>
      <dgm:spPr/>
      <dgm:t>
        <a:bodyPr/>
        <a:lstStyle/>
        <a:p>
          <a:endParaRPr lang="en-US"/>
        </a:p>
      </dgm:t>
    </dgm:pt>
    <dgm:pt modelId="{C1CC4C10-D808-412C-8EDB-5A047D817C5F}" type="pres">
      <dgm:prSet presAssocID="{8433C7E3-873F-42D8-A8A7-068C20E44344}" presName="sibTrans" presStyleLbl="sibTrans2D1" presStyleIdx="24" presStyleCnt="34"/>
      <dgm:spPr/>
      <dgm:t>
        <a:bodyPr/>
        <a:lstStyle/>
        <a:p>
          <a:endParaRPr lang="en-US"/>
        </a:p>
      </dgm:t>
    </dgm:pt>
    <dgm:pt modelId="{5A563E65-EA29-4163-BF08-D91FC7AFAC00}" type="pres">
      <dgm:prSet presAssocID="{1ED5D235-D73D-4F84-985E-03C8F1E44571}" presName="child" presStyleLbl="alignAccFollowNode1" presStyleIdx="24" presStyleCnt="34">
        <dgm:presLayoutVars>
          <dgm:chMax val="0"/>
          <dgm:bulletEnabled val="1"/>
        </dgm:presLayoutVars>
      </dgm:prSet>
      <dgm:spPr/>
      <dgm:t>
        <a:bodyPr/>
        <a:lstStyle/>
        <a:p>
          <a:endParaRPr lang="en-US"/>
        </a:p>
      </dgm:t>
    </dgm:pt>
    <dgm:pt modelId="{C395AE29-975C-4DCB-BAE0-438D8143C992}" type="pres">
      <dgm:prSet presAssocID="{D0F5B58D-27CE-4F80-8D5C-D5EB4B82B983}" presName="sibTrans" presStyleLbl="sibTrans2D1" presStyleIdx="25" presStyleCnt="34"/>
      <dgm:spPr/>
      <dgm:t>
        <a:bodyPr/>
        <a:lstStyle/>
        <a:p>
          <a:endParaRPr lang="en-US"/>
        </a:p>
      </dgm:t>
    </dgm:pt>
    <dgm:pt modelId="{E39C0A22-E121-4343-A72F-5617698E5229}" type="pres">
      <dgm:prSet presAssocID="{038A9ED3-F039-42C2-B205-DA2D8F4D2817}" presName="child" presStyleLbl="alignAccFollowNode1" presStyleIdx="25" presStyleCnt="34" custScaleY="195968">
        <dgm:presLayoutVars>
          <dgm:chMax val="0"/>
          <dgm:bulletEnabled val="1"/>
        </dgm:presLayoutVars>
      </dgm:prSet>
      <dgm:spPr/>
      <dgm:t>
        <a:bodyPr/>
        <a:lstStyle/>
        <a:p>
          <a:endParaRPr lang="en-US"/>
        </a:p>
      </dgm:t>
    </dgm:pt>
    <dgm:pt modelId="{BB3D8E74-577A-48C0-ACCB-384D5BE3A732}" type="pres">
      <dgm:prSet presAssocID="{56089E34-0C94-413A-9AD3-C1D473CFD122}" presName="sibTrans" presStyleLbl="sibTrans2D1" presStyleIdx="26" presStyleCnt="34"/>
      <dgm:spPr/>
      <dgm:t>
        <a:bodyPr/>
        <a:lstStyle/>
        <a:p>
          <a:endParaRPr lang="en-US"/>
        </a:p>
      </dgm:t>
    </dgm:pt>
    <dgm:pt modelId="{D630A0F9-B503-4C31-ABC8-BE38B68E85A7}" type="pres">
      <dgm:prSet presAssocID="{C390DFBD-ED06-4444-975D-F73DABA2B827}" presName="child" presStyleLbl="alignAccFollowNode1" presStyleIdx="26" presStyleCnt="34">
        <dgm:presLayoutVars>
          <dgm:chMax val="0"/>
          <dgm:bulletEnabled val="1"/>
        </dgm:presLayoutVars>
      </dgm:prSet>
      <dgm:spPr/>
      <dgm:t>
        <a:bodyPr/>
        <a:lstStyle/>
        <a:p>
          <a:endParaRPr lang="en-US"/>
        </a:p>
      </dgm:t>
    </dgm:pt>
    <dgm:pt modelId="{DB4871B6-9B2E-4937-813D-EB4DC71F6DFB}" type="pres">
      <dgm:prSet presAssocID="{7F252609-2557-4C6F-A1DD-EA3AD5565ACF}" presName="sibTrans" presStyleLbl="sibTrans2D1" presStyleIdx="27" presStyleCnt="34"/>
      <dgm:spPr/>
      <dgm:t>
        <a:bodyPr/>
        <a:lstStyle/>
        <a:p>
          <a:endParaRPr lang="en-US"/>
        </a:p>
      </dgm:t>
    </dgm:pt>
    <dgm:pt modelId="{445771DC-9E23-4E2B-924D-AF76E7B41DAB}" type="pres">
      <dgm:prSet presAssocID="{73357AAB-911A-47A8-9ECC-CE03F390B0B3}" presName="child" presStyleLbl="alignAccFollowNode1" presStyleIdx="27" presStyleCnt="34" custScaleY="228594">
        <dgm:presLayoutVars>
          <dgm:chMax val="0"/>
          <dgm:bulletEnabled val="1"/>
        </dgm:presLayoutVars>
      </dgm:prSet>
      <dgm:spPr/>
      <dgm:t>
        <a:bodyPr/>
        <a:lstStyle/>
        <a:p>
          <a:endParaRPr lang="en-US"/>
        </a:p>
      </dgm:t>
    </dgm:pt>
    <dgm:pt modelId="{1F92E358-867D-4984-AF3A-9934F28A6F05}" type="pres">
      <dgm:prSet presAssocID="{BE8557C3-4E99-4A8D-89E3-4394C6D08D75}" presName="sibTrans" presStyleLbl="sibTrans2D1" presStyleIdx="28" presStyleCnt="34"/>
      <dgm:spPr/>
      <dgm:t>
        <a:bodyPr/>
        <a:lstStyle/>
        <a:p>
          <a:endParaRPr lang="en-US"/>
        </a:p>
      </dgm:t>
    </dgm:pt>
    <dgm:pt modelId="{ABC5FE71-987C-4673-8BDE-FD408459613C}" type="pres">
      <dgm:prSet presAssocID="{AE9B7D1F-9B88-4E44-81B3-1CA6D3562258}" presName="child" presStyleLbl="alignAccFollowNode1" presStyleIdx="28" presStyleCnt="34">
        <dgm:presLayoutVars>
          <dgm:chMax val="0"/>
          <dgm:bulletEnabled val="1"/>
        </dgm:presLayoutVars>
      </dgm:prSet>
      <dgm:spPr/>
      <dgm:t>
        <a:bodyPr/>
        <a:lstStyle/>
        <a:p>
          <a:endParaRPr lang="en-US"/>
        </a:p>
      </dgm:t>
    </dgm:pt>
    <dgm:pt modelId="{4834DB2C-60C9-4C74-B7C9-6F2B941A9C0A}" type="pres">
      <dgm:prSet presAssocID="{8777C843-103C-4F9B-907C-F846C189CA89}" presName="sibTrans" presStyleLbl="sibTrans2D1" presStyleIdx="29" presStyleCnt="34"/>
      <dgm:spPr/>
      <dgm:t>
        <a:bodyPr/>
        <a:lstStyle/>
        <a:p>
          <a:endParaRPr lang="en-US"/>
        </a:p>
      </dgm:t>
    </dgm:pt>
    <dgm:pt modelId="{1B536995-5272-49E1-90FD-91F8530C75C8}" type="pres">
      <dgm:prSet presAssocID="{7ED943EA-0725-4198-A660-E622E208DBF8}" presName="child" presStyleLbl="alignAccFollowNode1" presStyleIdx="29" presStyleCnt="34">
        <dgm:presLayoutVars>
          <dgm:chMax val="0"/>
          <dgm:bulletEnabled val="1"/>
        </dgm:presLayoutVars>
      </dgm:prSet>
      <dgm:spPr/>
      <dgm:t>
        <a:bodyPr/>
        <a:lstStyle/>
        <a:p>
          <a:endParaRPr lang="en-US"/>
        </a:p>
      </dgm:t>
    </dgm:pt>
    <dgm:pt modelId="{9EB5AC6A-5BFC-441B-93AB-F271929FBD7B}" type="pres">
      <dgm:prSet presAssocID="{48C0A8D6-C9B3-4735-87D7-6A17FCF893AD}" presName="sibTrans" presStyleLbl="sibTrans2D1" presStyleIdx="30" presStyleCnt="34"/>
      <dgm:spPr/>
      <dgm:t>
        <a:bodyPr/>
        <a:lstStyle/>
        <a:p>
          <a:endParaRPr lang="en-US"/>
        </a:p>
      </dgm:t>
    </dgm:pt>
    <dgm:pt modelId="{EB5299E8-CF7F-48C7-855F-B877EEF13378}" type="pres">
      <dgm:prSet presAssocID="{B1279508-5DC9-4618-BF22-79759996D867}" presName="child" presStyleLbl="alignAccFollowNode1" presStyleIdx="30" presStyleCnt="34" custScaleY="193888">
        <dgm:presLayoutVars>
          <dgm:chMax val="0"/>
          <dgm:bulletEnabled val="1"/>
        </dgm:presLayoutVars>
      </dgm:prSet>
      <dgm:spPr/>
      <dgm:t>
        <a:bodyPr/>
        <a:lstStyle/>
        <a:p>
          <a:endParaRPr lang="en-US"/>
        </a:p>
      </dgm:t>
    </dgm:pt>
    <dgm:pt modelId="{BEA7A1F8-6DAA-4F25-A3E2-6C6A7718010B}" type="pres">
      <dgm:prSet presAssocID="{6EFDFBBD-B8B4-4E28-B289-2523EB53A376}" presName="hSp" presStyleCnt="0"/>
      <dgm:spPr/>
    </dgm:pt>
    <dgm:pt modelId="{01A47A24-38A2-4A6E-8342-9B0F970F05C1}" type="pres">
      <dgm:prSet presAssocID="{FFCB1299-3E58-4034-A100-3B6BA6FAD370}" presName="vertFlow" presStyleCnt="0"/>
      <dgm:spPr/>
    </dgm:pt>
    <dgm:pt modelId="{782D2BAD-394D-4F6A-91FC-767E6E6F237C}" type="pres">
      <dgm:prSet presAssocID="{FFCB1299-3E58-4034-A100-3B6BA6FAD370}" presName="header" presStyleLbl="node1" presStyleIdx="5" presStyleCnt="6"/>
      <dgm:spPr/>
      <dgm:t>
        <a:bodyPr/>
        <a:lstStyle/>
        <a:p>
          <a:endParaRPr lang="pt-BR"/>
        </a:p>
      </dgm:t>
    </dgm:pt>
    <dgm:pt modelId="{17EEA49A-5CC3-4B20-8E76-7A4CD69058EF}" type="pres">
      <dgm:prSet presAssocID="{78A5EEF1-FDD9-4556-9729-832413C3D1E6}" presName="parTrans" presStyleLbl="sibTrans2D1" presStyleIdx="31" presStyleCnt="34"/>
      <dgm:spPr/>
      <dgm:t>
        <a:bodyPr/>
        <a:lstStyle/>
        <a:p>
          <a:endParaRPr lang="pt-BR"/>
        </a:p>
      </dgm:t>
    </dgm:pt>
    <dgm:pt modelId="{D5212038-2CCE-44C9-B30B-16F310569120}" type="pres">
      <dgm:prSet presAssocID="{37C5B543-4F2B-40BA-BD28-EA1732A5E9B1}" presName="child" presStyleLbl="alignAccFollowNode1" presStyleIdx="31" presStyleCnt="34" custScaleY="181657">
        <dgm:presLayoutVars>
          <dgm:chMax val="0"/>
          <dgm:bulletEnabled val="1"/>
        </dgm:presLayoutVars>
      </dgm:prSet>
      <dgm:spPr/>
      <dgm:t>
        <a:bodyPr/>
        <a:lstStyle/>
        <a:p>
          <a:endParaRPr lang="en-US"/>
        </a:p>
      </dgm:t>
    </dgm:pt>
    <dgm:pt modelId="{3009D573-EDCB-4BB4-A568-9E5EE6BFDAB7}" type="pres">
      <dgm:prSet presAssocID="{B25D031A-3417-4706-93FB-D9B93BC44B4C}" presName="sibTrans" presStyleLbl="sibTrans2D1" presStyleIdx="32" presStyleCnt="34"/>
      <dgm:spPr/>
      <dgm:t>
        <a:bodyPr/>
        <a:lstStyle/>
        <a:p>
          <a:endParaRPr lang="pt-BR"/>
        </a:p>
      </dgm:t>
    </dgm:pt>
    <dgm:pt modelId="{73D3BD17-85A0-4E44-886E-40646256030C}" type="pres">
      <dgm:prSet presAssocID="{8A73102E-CA03-4DF6-B39B-6C98349EE09D}" presName="child" presStyleLbl="alignAccFollowNode1" presStyleIdx="32" presStyleCnt="34" custScaleY="162822">
        <dgm:presLayoutVars>
          <dgm:chMax val="0"/>
          <dgm:bulletEnabled val="1"/>
        </dgm:presLayoutVars>
      </dgm:prSet>
      <dgm:spPr/>
      <dgm:t>
        <a:bodyPr/>
        <a:lstStyle/>
        <a:p>
          <a:endParaRPr lang="en-US"/>
        </a:p>
      </dgm:t>
    </dgm:pt>
    <dgm:pt modelId="{5C2CA7B5-8C40-49B7-AF9D-ACC87F690261}" type="pres">
      <dgm:prSet presAssocID="{35223CA5-FBB2-448C-B9F5-A5CF5550F3B4}" presName="sibTrans" presStyleLbl="sibTrans2D1" presStyleIdx="33" presStyleCnt="34"/>
      <dgm:spPr/>
      <dgm:t>
        <a:bodyPr/>
        <a:lstStyle/>
        <a:p>
          <a:endParaRPr lang="pt-BR"/>
        </a:p>
      </dgm:t>
    </dgm:pt>
    <dgm:pt modelId="{4DE409CF-5799-41A9-8327-B06EF31DFA38}" type="pres">
      <dgm:prSet presAssocID="{04A4E978-C194-4118-AAE0-E4702C82B869}" presName="child" presStyleLbl="alignAccFollowNode1" presStyleIdx="33" presStyleCnt="34" custScaleY="206660">
        <dgm:presLayoutVars>
          <dgm:chMax val="0"/>
          <dgm:bulletEnabled val="1"/>
        </dgm:presLayoutVars>
      </dgm:prSet>
      <dgm:spPr/>
      <dgm:t>
        <a:bodyPr/>
        <a:lstStyle/>
        <a:p>
          <a:endParaRPr lang="en-US"/>
        </a:p>
      </dgm:t>
    </dgm:pt>
  </dgm:ptLst>
  <dgm:cxnLst>
    <dgm:cxn modelId="{CD695137-5789-40A0-A8C3-3FD11C275E42}" type="presOf" srcId="{00AE6682-860C-40F8-82A6-93879806381D}" destId="{5419096E-F8B4-4742-A237-1C6181459027}" srcOrd="0" destOrd="0" presId="urn:microsoft.com/office/officeart/2005/8/layout/lProcess1"/>
    <dgm:cxn modelId="{AAF3B784-CE0E-44F3-835E-0E91ECF5CE09}" type="presOf" srcId="{CFE8CC3E-DFBD-42C1-AD09-76A67104F81D}" destId="{016927B4-0DC4-4C32-8FF2-48BAC99F0D02}" srcOrd="0" destOrd="0" presId="urn:microsoft.com/office/officeart/2005/8/layout/lProcess1"/>
    <dgm:cxn modelId="{C3CC6E90-F0C3-45A8-B421-051B0738AA68}" type="presOf" srcId="{9841108B-3AD2-4226-B162-40094AD34796}" destId="{A8792FB1-86C8-48D9-B70E-FB57DAB853DE}" srcOrd="0" destOrd="0" presId="urn:microsoft.com/office/officeart/2005/8/layout/lProcess1"/>
    <dgm:cxn modelId="{6B30164C-7EA5-4291-B866-E6914F40CC6B}" type="presOf" srcId="{68F57EB1-F886-4A56-BA5A-69F950D2150F}" destId="{264583D7-F728-4E05-A441-8591ECFEF029}" srcOrd="0" destOrd="0" presId="urn:microsoft.com/office/officeart/2005/8/layout/lProcess1"/>
    <dgm:cxn modelId="{86281406-057E-4240-9D90-8D593B70D483}" srcId="{FF973F0F-5DAD-4DF2-9C9F-21A20E7307B6}" destId="{F0A32599-FBF6-401D-8960-4AA20C0FB633}" srcOrd="3" destOrd="0" parTransId="{2D2FF1EE-62BA-4285-A96E-F22710F2FE14}" sibTransId="{5FA123DA-1B4B-4159-A9DC-438417E010B7}"/>
    <dgm:cxn modelId="{A93C21A8-A124-4C9E-8BA9-94DB2AE372D7}" type="presOf" srcId="{27F50AEF-599F-4845-91B1-E9A02FF64607}" destId="{0D86EEA4-459E-4194-A3CB-575FA5352252}" srcOrd="0" destOrd="0" presId="urn:microsoft.com/office/officeart/2005/8/layout/lProcess1"/>
    <dgm:cxn modelId="{4F756252-32C9-4F03-ACC7-8602454C4837}" type="presOf" srcId="{453CC079-1734-4ACE-BA83-BF450F3E1B34}" destId="{DFA481F0-10CF-4448-9EF6-FDB78DE7FCD3}" srcOrd="0" destOrd="0" presId="urn:microsoft.com/office/officeart/2005/8/layout/lProcess1"/>
    <dgm:cxn modelId="{50DF4068-AD66-4429-856B-B1AD8639A3C0}" type="presOf" srcId="{56089E34-0C94-413A-9AD3-C1D473CFD122}" destId="{BB3D8E74-577A-48C0-ACCB-384D5BE3A732}" srcOrd="0" destOrd="0" presId="urn:microsoft.com/office/officeart/2005/8/layout/lProcess1"/>
    <dgm:cxn modelId="{4DB6D9CE-9DC5-4A05-AD9B-B966B4DE5A59}" type="presOf" srcId="{FB1E0236-9891-4820-BE20-642D5EFC7FFC}" destId="{81716DC0-67AE-4340-96F4-AE116EDA01E6}" srcOrd="0" destOrd="0" presId="urn:microsoft.com/office/officeart/2005/8/layout/lProcess1"/>
    <dgm:cxn modelId="{98C8D8DC-EFD4-4FF0-8017-8C0B92A4C948}" srcId="{9841108B-3AD2-4226-B162-40094AD34796}" destId="{926085E8-A388-4323-8201-749293263860}" srcOrd="2" destOrd="0" parTransId="{DDA20F4E-E497-4C41-8C1E-4465EB747E7C}" sibTransId="{E189FEE7-2F93-4D43-95E2-05FB45C63C48}"/>
    <dgm:cxn modelId="{B0623A99-1D8C-42D3-B87C-16B60AD39E18}" srcId="{6EFDFBBD-B8B4-4E28-B289-2523EB53A376}" destId="{73357AAB-911A-47A8-9ECC-CE03F390B0B3}" srcOrd="7" destOrd="0" parTransId="{46AA3834-B12E-4A3D-ADCB-2CE8F4F5261E}" sibTransId="{BE8557C3-4E99-4A8D-89E3-4394C6D08D75}"/>
    <dgm:cxn modelId="{90EFCEB7-05E3-4826-AAEF-E518C0EA6767}" type="presOf" srcId="{FE6B2B59-21AC-40AE-9384-6C30942FDAD7}" destId="{2C20DDD2-FA33-400A-B8CB-E3CEC3D009CD}" srcOrd="0" destOrd="0" presId="urn:microsoft.com/office/officeart/2005/8/layout/lProcess1"/>
    <dgm:cxn modelId="{0C549597-8A33-4394-B702-AC634B25922B}" type="presOf" srcId="{8A73102E-CA03-4DF6-B39B-6C98349EE09D}" destId="{73D3BD17-85A0-4E44-886E-40646256030C}" srcOrd="0" destOrd="0" presId="urn:microsoft.com/office/officeart/2005/8/layout/lProcess1"/>
    <dgm:cxn modelId="{2D28D22D-69B0-4A8E-9D3A-D0114CA53F67}" srcId="{9841108B-3AD2-4226-B162-40094AD34796}" destId="{76A9992A-B5A9-411B-96CA-C22A20DCAB6B}" srcOrd="4" destOrd="0" parTransId="{FDAEF047-BFB1-420D-A2E0-3270236045B6}" sibTransId="{DAC980C7-0EB8-44A2-BC2D-48E9E60DA119}"/>
    <dgm:cxn modelId="{28D9E264-128C-4B51-BEAD-CBFFA1EFF85D}" type="presOf" srcId="{212B9E15-AF1E-40C3-83FA-60B9D57CB820}" destId="{4C0080AC-3BEC-493B-BFBE-31D2B78BF09D}" srcOrd="0" destOrd="0" presId="urn:microsoft.com/office/officeart/2005/8/layout/lProcess1"/>
    <dgm:cxn modelId="{758CC7E3-848E-46E5-B226-0F95E166F2CC}" type="presOf" srcId="{30A2D069-E280-44A6-8657-7C0FED5B4D5F}" destId="{6526D5F9-C7D2-48C3-B93F-8D2EAE432EBA}" srcOrd="0" destOrd="0" presId="urn:microsoft.com/office/officeart/2005/8/layout/lProcess1"/>
    <dgm:cxn modelId="{2D1F69D5-1CE2-43DF-BF0D-3C196088D66C}" type="presOf" srcId="{D0F5B58D-27CE-4F80-8D5C-D5EB4B82B983}" destId="{C395AE29-975C-4DCB-BAE0-438D8143C992}" srcOrd="0" destOrd="0" presId="urn:microsoft.com/office/officeart/2005/8/layout/lProcess1"/>
    <dgm:cxn modelId="{37619987-D7F9-4FB1-BAEC-B54D5060DE8C}" type="presOf" srcId="{038A9ED3-F039-42C2-B205-DA2D8F4D2817}" destId="{E39C0A22-E121-4343-A72F-5617698E5229}" srcOrd="0" destOrd="0" presId="urn:microsoft.com/office/officeart/2005/8/layout/lProcess1"/>
    <dgm:cxn modelId="{5F9EAEB6-EDD3-4217-92DE-0BD1E78798E7}" type="presOf" srcId="{07BA09DD-A3AE-455B-B03F-8A38AD8E5D48}" destId="{1684320D-04C9-49FB-A71E-AE6754258227}" srcOrd="0" destOrd="0" presId="urn:microsoft.com/office/officeart/2005/8/layout/lProcess1"/>
    <dgm:cxn modelId="{CEB030FD-5806-44E3-86B6-1449B69BA75A}" type="presOf" srcId="{BE8557C3-4E99-4A8D-89E3-4394C6D08D75}" destId="{1F92E358-867D-4984-AF3A-9934F28A6F05}" srcOrd="0" destOrd="0" presId="urn:microsoft.com/office/officeart/2005/8/layout/lProcess1"/>
    <dgm:cxn modelId="{A2E1BFAB-45ED-48BE-BD1D-EBC09BF96206}" type="presOf" srcId="{21C11833-120E-4EB3-81F2-A8B3C961D395}" destId="{76AE5C49-1398-4CF5-896B-B4C546901659}" srcOrd="0" destOrd="0" presId="urn:microsoft.com/office/officeart/2005/8/layout/lProcess1"/>
    <dgm:cxn modelId="{6477CB84-C208-43D7-92CA-9EC024FDF216}" srcId="{6EFDFBBD-B8B4-4E28-B289-2523EB53A376}" destId="{68F57EB1-F886-4A56-BA5A-69F950D2150F}" srcOrd="1" destOrd="0" parTransId="{2D4F3810-A214-4A39-86D7-83A2E7832287}" sibTransId="{29F978CC-3E69-4C17-978E-F6904194EA09}"/>
    <dgm:cxn modelId="{41992AF9-D804-48F3-AAE5-9A835E229958}" srcId="{6EFDFBBD-B8B4-4E28-B289-2523EB53A376}" destId="{AE9B7D1F-9B88-4E44-81B3-1CA6D3562258}" srcOrd="8" destOrd="0" parTransId="{21324837-7458-4694-B104-A678B3A4C85E}" sibTransId="{8777C843-103C-4F9B-907C-F846C189CA89}"/>
    <dgm:cxn modelId="{E9BF1490-8B7F-4B62-8AED-2C17FE963425}" type="presOf" srcId="{1ED5D235-D73D-4F84-985E-03C8F1E44571}" destId="{5A563E65-EA29-4163-BF08-D91FC7AFAC00}" srcOrd="0" destOrd="0" presId="urn:microsoft.com/office/officeart/2005/8/layout/lProcess1"/>
    <dgm:cxn modelId="{9B319FB6-F6DB-4C8E-9B76-A03E0192EE83}" type="presOf" srcId="{04A4E978-C194-4118-AAE0-E4702C82B869}" destId="{4DE409CF-5799-41A9-8327-B06EF31DFA38}" srcOrd="0" destOrd="0" presId="urn:microsoft.com/office/officeart/2005/8/layout/lProcess1"/>
    <dgm:cxn modelId="{0647F125-755A-4CEF-B94A-E915E8CC5B24}" type="presOf" srcId="{E73D6FC8-D929-4169-9918-9C734912A623}" destId="{D868B3C8-6B45-45F9-AFA2-9B4B9F12E8E9}" srcOrd="0" destOrd="0" presId="urn:microsoft.com/office/officeart/2005/8/layout/lProcess1"/>
    <dgm:cxn modelId="{8E7C0BD1-CB58-41F2-BF43-563CEC80D8FE}" type="presOf" srcId="{35223CA5-FBB2-448C-B9F5-A5CF5550F3B4}" destId="{5C2CA7B5-8C40-49B7-AF9D-ACC87F690261}" srcOrd="0" destOrd="0" presId="urn:microsoft.com/office/officeart/2005/8/layout/lProcess1"/>
    <dgm:cxn modelId="{A3CE2FDA-C34D-4B81-A905-412D723FB3F3}" srcId="{FFCB1299-3E58-4034-A100-3B6BA6FAD370}" destId="{8A73102E-CA03-4DF6-B39B-6C98349EE09D}" srcOrd="1" destOrd="0" parTransId="{6DAB59CA-B5ED-498D-8EFC-DFE1C3F82985}" sibTransId="{35223CA5-FBB2-448C-B9F5-A5CF5550F3B4}"/>
    <dgm:cxn modelId="{2981B409-FD43-442A-B80D-5CB7B678F1C9}" srcId="{9841108B-3AD2-4226-B162-40094AD34796}" destId="{7849C889-CB72-4867-927F-6D3D55799E0E}" srcOrd="5" destOrd="0" parTransId="{0A6263FD-0132-4F24-8278-E65CF5A66A66}" sibTransId="{0E3C8A95-801E-490A-881D-D5885381BC96}"/>
    <dgm:cxn modelId="{44C681FB-B9BF-44E6-94CD-3A20BC857681}" type="presOf" srcId="{0F7114C5-9BE9-4327-A61D-171CE5528B69}" destId="{C0F9B289-2BD9-40D4-B752-B54086C40A04}" srcOrd="0" destOrd="0" presId="urn:microsoft.com/office/officeart/2005/8/layout/lProcess1"/>
    <dgm:cxn modelId="{55BB36C6-13BA-4FFF-B0DE-8E7B0910030D}" srcId="{9841108B-3AD2-4226-B162-40094AD34796}" destId="{21C11833-120E-4EB3-81F2-A8B3C961D395}" srcOrd="1" destOrd="0" parTransId="{4E47BB52-444B-4F79-8622-3919C288A46E}" sibTransId="{5FDF32FB-4CFD-4239-ABB0-8AAF19C9EAD3}"/>
    <dgm:cxn modelId="{96DC2BC2-F16A-4945-A23E-E97267ED0C83}" type="presOf" srcId="{49A6358D-5E24-4C62-9CB3-F8B64651DB92}" destId="{B783DAB6-3239-48B4-80D5-5B9EF7080ECB}" srcOrd="0" destOrd="0" presId="urn:microsoft.com/office/officeart/2005/8/layout/lProcess1"/>
    <dgm:cxn modelId="{286E04B5-E465-403B-B055-F87F2E7BA795}" srcId="{DE86678E-102B-46B3-BF79-12ABA2C8D824}" destId="{337784E8-ED50-42B3-B660-92300A5A1691}" srcOrd="0" destOrd="0" parTransId="{D2F31253-1B43-4EF3-824F-69DBE68A4402}" sibTransId="{CFE8CC3E-DFBD-42C1-AD09-76A67104F81D}"/>
    <dgm:cxn modelId="{B23CE6F9-6CB2-4CD8-A7CA-38824A5717CA}" srcId="{6EFDFBBD-B8B4-4E28-B289-2523EB53A376}" destId="{1ED5D235-D73D-4F84-985E-03C8F1E44571}" srcOrd="4" destOrd="0" parTransId="{A86EB14D-D6C5-4295-ADF0-A4A6AE9A92E3}" sibTransId="{D0F5B58D-27CE-4F80-8D5C-D5EB4B82B983}"/>
    <dgm:cxn modelId="{DC5D5258-28C1-47A3-B467-BACF5CA9F2CB}" srcId="{6EFDFBBD-B8B4-4E28-B289-2523EB53A376}" destId="{C390DFBD-ED06-4444-975D-F73DABA2B827}" srcOrd="6" destOrd="0" parTransId="{3EE18F70-A403-4442-B6A5-C65950C2C519}" sibTransId="{7F252609-2557-4C6F-A1DD-EA3AD5565ACF}"/>
    <dgm:cxn modelId="{FAC10917-68F3-49F9-BB24-1A03F212862C}" type="presOf" srcId="{48C0A8D6-C9B3-4735-87D7-6A17FCF893AD}" destId="{9EB5AC6A-5BFC-441B-93AB-F271929FBD7B}" srcOrd="0" destOrd="0" presId="urn:microsoft.com/office/officeart/2005/8/layout/lProcess1"/>
    <dgm:cxn modelId="{B58EA8AF-95CE-4532-B81B-4C429665019A}" type="presOf" srcId="{11B05303-9DE2-487D-8230-2FE85FF8DF21}" destId="{352DBBF3-4329-4838-A30A-2354C761B8BF}" srcOrd="0" destOrd="0" presId="urn:microsoft.com/office/officeart/2005/8/layout/lProcess1"/>
    <dgm:cxn modelId="{0B46DF4A-A040-42D6-B11E-E3AA020000AD}" srcId="{FFCB1299-3E58-4034-A100-3B6BA6FAD370}" destId="{37C5B543-4F2B-40BA-BD28-EA1732A5E9B1}" srcOrd="0" destOrd="0" parTransId="{78A5EEF1-FDD9-4556-9729-832413C3D1E6}" sibTransId="{B25D031A-3417-4706-93FB-D9B93BC44B4C}"/>
    <dgm:cxn modelId="{CB9AB9B7-AC44-4EA8-AEE0-4620EE2057BA}" type="presOf" srcId="{DAC980C7-0EB8-44A2-BC2D-48E9E60DA119}" destId="{3B78A119-6851-4C01-89DD-30302B93049F}" srcOrd="0" destOrd="0" presId="urn:microsoft.com/office/officeart/2005/8/layout/lProcess1"/>
    <dgm:cxn modelId="{25122556-8FA8-4526-BF82-5D26753B6C5C}" type="presOf" srcId="{F0878DD7-5B3F-4EF0-97F4-C5F917854C9D}" destId="{C7E68EDA-AA16-41A4-90C3-FCB88EDBA9A1}" srcOrd="0" destOrd="0" presId="urn:microsoft.com/office/officeart/2005/8/layout/lProcess1"/>
    <dgm:cxn modelId="{4762B886-20E8-4A13-8E32-2B52035510E6}" type="presOf" srcId="{5FA123DA-1B4B-4159-A9DC-438417E010B7}" destId="{80924BD3-F2A9-4D98-BCD6-2AE3C589FEFA}" srcOrd="0" destOrd="0" presId="urn:microsoft.com/office/officeart/2005/8/layout/lProcess1"/>
    <dgm:cxn modelId="{A067DF9A-E6DF-479D-972A-A926CCC72062}" type="presOf" srcId="{5B3786DD-0527-4235-A1B0-A167E00E3B2D}" destId="{97F4606E-145B-4881-9EED-CCB040241023}" srcOrd="0" destOrd="0" presId="urn:microsoft.com/office/officeart/2005/8/layout/lProcess1"/>
    <dgm:cxn modelId="{ED89E1B6-3BF5-4ED7-91C6-326EA1D4D80E}" srcId="{6EFDFBBD-B8B4-4E28-B289-2523EB53A376}" destId="{0A5BDC68-9ADE-4F5C-AF8C-380696EB51A4}" srcOrd="0" destOrd="0" parTransId="{F0878DD7-5B3F-4EF0-97F4-C5F917854C9D}" sibTransId="{232DEFA7-C702-40D5-B291-A6082D61236B}"/>
    <dgm:cxn modelId="{7E89DFE5-914A-468C-81EE-5ABD7A02C80E}" type="presOf" srcId="{6ECB8251-5F2A-46F1-8037-645A4DE072E1}" destId="{72311689-40AC-4339-A4F8-BF1DC4905AC2}" srcOrd="0" destOrd="0" presId="urn:microsoft.com/office/officeart/2005/8/layout/lProcess1"/>
    <dgm:cxn modelId="{AF152CAB-0923-4079-B840-A1D0A9069FD8}" type="presOf" srcId="{80442AFE-800C-41F7-97DC-142AA5F86281}" destId="{D0FC23D5-20D2-4E33-B13F-F683CEA310F2}" srcOrd="0" destOrd="0" presId="urn:microsoft.com/office/officeart/2005/8/layout/lProcess1"/>
    <dgm:cxn modelId="{41D516A4-92C2-44EF-AFBC-55B2D1629A1B}" type="presOf" srcId="{E189FEE7-2F93-4D43-95E2-05FB45C63C48}" destId="{7BBB2E45-A299-4ADE-9EEB-F2511F53D6FC}" srcOrd="0" destOrd="0" presId="urn:microsoft.com/office/officeart/2005/8/layout/lProcess1"/>
    <dgm:cxn modelId="{03900170-FEB2-44C6-9D53-E99591838F75}" type="presOf" srcId="{337784E8-ED50-42B3-B660-92300A5A1691}" destId="{40ABE5F1-287B-4C90-A72D-E443B9D05AFB}" srcOrd="0" destOrd="0" presId="urn:microsoft.com/office/officeart/2005/8/layout/lProcess1"/>
    <dgm:cxn modelId="{5EF10E66-1889-4713-9CA5-12F2ED92CDC7}" type="presOf" srcId="{D2F31253-1B43-4EF3-824F-69DBE68A4402}" destId="{91953FB8-38A5-4ECB-829D-8EE47DAA2A01}" srcOrd="0" destOrd="0" presId="urn:microsoft.com/office/officeart/2005/8/layout/lProcess1"/>
    <dgm:cxn modelId="{5752B698-F730-4F5A-8AE1-E4A08DDF5092}" type="presOf" srcId="{B1279508-5DC9-4618-BF22-79759996D867}" destId="{EB5299E8-CF7F-48C7-855F-B877EEF13378}" srcOrd="0" destOrd="0" presId="urn:microsoft.com/office/officeart/2005/8/layout/lProcess1"/>
    <dgm:cxn modelId="{10519470-F804-4491-8B0E-6E7F4D42D2A7}" type="presOf" srcId="{7849C889-CB72-4867-927F-6D3D55799E0E}" destId="{3367026C-4090-4E7B-8AFD-171EEEB755DC}" srcOrd="0" destOrd="0" presId="urn:microsoft.com/office/officeart/2005/8/layout/lProcess1"/>
    <dgm:cxn modelId="{5617C09F-2D07-457A-A924-293387CEA4E5}" type="presOf" srcId="{30E32690-03D1-4013-962F-667315981315}" destId="{F75A82EA-53C2-4E85-B01B-F6A0E2188934}" srcOrd="0" destOrd="0" presId="urn:microsoft.com/office/officeart/2005/8/layout/lProcess1"/>
    <dgm:cxn modelId="{6DE2DC6A-3ADA-470B-846E-AA5271409A57}" srcId="{FF973F0F-5DAD-4DF2-9C9F-21A20E7307B6}" destId="{212B9E15-AF1E-40C3-83FA-60B9D57CB820}" srcOrd="2" destOrd="0" parTransId="{07FAE6E7-54C7-4EA4-B1E5-1764D1645395}" sibTransId="{A3237BA0-0196-454B-BA8A-0CC07D8EBD3C}"/>
    <dgm:cxn modelId="{B2C34857-CEE9-4245-A2DF-81C2D601EEE8}" type="presOf" srcId="{7F252609-2557-4C6F-A1DD-EA3AD5565ACF}" destId="{DB4871B6-9B2E-4937-813D-EB4DC71F6DFB}" srcOrd="0" destOrd="0" presId="urn:microsoft.com/office/officeart/2005/8/layout/lProcess1"/>
    <dgm:cxn modelId="{3B4278D0-DB5F-4FD0-8155-0DC566C27823}" type="presOf" srcId="{A02C1DE7-BB18-4552-88B0-E047D38EE374}" destId="{EADDF02D-F36C-49F6-AA73-D5CAC6D90ED3}" srcOrd="0" destOrd="0" presId="urn:microsoft.com/office/officeart/2005/8/layout/lProcess1"/>
    <dgm:cxn modelId="{AD032ECE-C6C4-43CA-AE2B-142A752564DF}" type="presOf" srcId="{78A5EEF1-FDD9-4556-9729-832413C3D1E6}" destId="{17EEA49A-5CC3-4B20-8E76-7A4CD69058EF}" srcOrd="0" destOrd="0" presId="urn:microsoft.com/office/officeart/2005/8/layout/lProcess1"/>
    <dgm:cxn modelId="{136C835F-3728-4AC3-9D2F-CF9CA51987D0}" type="presOf" srcId="{8777C843-103C-4F9B-907C-F846C189CA89}" destId="{4834DB2C-60C9-4C74-B7C9-6F2B941A9C0A}" srcOrd="0" destOrd="0" presId="urn:microsoft.com/office/officeart/2005/8/layout/lProcess1"/>
    <dgm:cxn modelId="{8AB8B65D-128E-43E7-BBCE-0C48F581913C}" srcId="{FB6D6D99-3479-484C-8918-89302CE66473}" destId="{30E32690-03D1-4013-962F-667315981315}" srcOrd="2" destOrd="0" parTransId="{6D7C0DD5-FF3C-4FF8-AAF0-3CC8C15EF951}" sibTransId="{F646F76A-BE76-4A8D-8945-7CA39E0CB517}"/>
    <dgm:cxn modelId="{C1EE1F60-7304-4B0B-A58C-01033D819022}" srcId="{FFCB1299-3E58-4034-A100-3B6BA6FAD370}" destId="{04A4E978-C194-4118-AAE0-E4702C82B869}" srcOrd="2" destOrd="0" parTransId="{9703E3F2-F631-4078-A0B7-43E7AAD510E0}" sibTransId="{C2B2CC2C-11C0-490E-B5DA-521CFF0DDD28}"/>
    <dgm:cxn modelId="{1178F674-3E6D-4EF4-82FD-42009F22AED2}" srcId="{DFA3D77D-9B4E-48CB-BE9A-AEBD8673F255}" destId="{DE86678E-102B-46B3-BF79-12ABA2C8D824}" srcOrd="3" destOrd="0" parTransId="{3F52CE3C-7F52-4DC3-96F0-2769B2478847}" sibTransId="{D716EAC2-C379-4AF0-8571-CF69807E1EEE}"/>
    <dgm:cxn modelId="{147E4EF9-4133-4159-AC72-C1548E435924}" type="presOf" srcId="{DE86678E-102B-46B3-BF79-12ABA2C8D824}" destId="{FD0C4707-6D8B-4EE3-BFC3-3F2C3DA591DA}" srcOrd="0" destOrd="0" presId="urn:microsoft.com/office/officeart/2005/8/layout/lProcess1"/>
    <dgm:cxn modelId="{DC3FB3B5-F634-4E3B-B4AC-62D0EF9360EB}" type="presOf" srcId="{2B6580DE-43A2-4153-8E44-2C30DA814397}" destId="{51CC5ADC-6AA3-4C20-A197-3043DB53D921}" srcOrd="0" destOrd="0" presId="urn:microsoft.com/office/officeart/2005/8/layout/lProcess1"/>
    <dgm:cxn modelId="{17701BAA-454E-411A-89E7-A17021CF11ED}" type="presOf" srcId="{FF973F0F-5DAD-4DF2-9C9F-21A20E7307B6}" destId="{6169DDCC-378C-4133-BD4E-E17B6664E527}" srcOrd="0" destOrd="0" presId="urn:microsoft.com/office/officeart/2005/8/layout/lProcess1"/>
    <dgm:cxn modelId="{ABAE73CA-C53C-4ECC-878A-51C8B6EE7362}" type="presOf" srcId="{6EFDFBBD-B8B4-4E28-B289-2523EB53A376}" destId="{30697D92-B2C5-4AD9-9694-9F10E97EA36C}" srcOrd="0" destOrd="0" presId="urn:microsoft.com/office/officeart/2005/8/layout/lProcess1"/>
    <dgm:cxn modelId="{E0743582-72E9-4B1B-9350-7287DB5AB9CF}" type="presOf" srcId="{FFCB1299-3E58-4034-A100-3B6BA6FAD370}" destId="{782D2BAD-394D-4F6A-91FC-767E6E6F237C}" srcOrd="0" destOrd="0" presId="urn:microsoft.com/office/officeart/2005/8/layout/lProcess1"/>
    <dgm:cxn modelId="{83ED1A37-7C41-475D-9AE2-7E439533097B}" srcId="{FB6D6D99-3479-484C-8918-89302CE66473}" destId="{415B92E1-F72E-40F9-A0AE-551B0B610C36}" srcOrd="0" destOrd="0" parTransId="{80442AFE-800C-41F7-97DC-142AA5F86281}" sibTransId="{6ECB8251-5F2A-46F1-8037-645A4DE072E1}"/>
    <dgm:cxn modelId="{2C74F9AE-10A7-4E06-AC27-79BDC8981639}" srcId="{FB6D6D99-3479-484C-8918-89302CE66473}" destId="{00AE6682-860C-40F8-82A6-93879806381D}" srcOrd="5" destOrd="0" parTransId="{50DDF429-3B06-4CCB-97E8-DA65D1BE3023}" sibTransId="{F0FC6F48-4AFE-429B-A381-A833A9658F58}"/>
    <dgm:cxn modelId="{9D70FDAF-6971-407C-8BC0-EC868E9EFAE5}" type="presOf" srcId="{926085E8-A388-4323-8201-749293263860}" destId="{96AA86AE-4307-43F5-9D71-AEB3E475A431}" srcOrd="0" destOrd="0" presId="urn:microsoft.com/office/officeart/2005/8/layout/lProcess1"/>
    <dgm:cxn modelId="{2D3D2924-C0C4-4710-96E2-EE7850300C83}" type="presOf" srcId="{B1C3AEA0-E3D4-4322-880F-B70C7DFC3694}" destId="{6B08D36C-3F7B-4775-8C1D-40B5EA9F22D5}" srcOrd="0" destOrd="0" presId="urn:microsoft.com/office/officeart/2005/8/layout/lProcess1"/>
    <dgm:cxn modelId="{FC927DD0-6877-48CB-BB6E-9C9E5684FDDB}" srcId="{DFA3D77D-9B4E-48CB-BE9A-AEBD8673F255}" destId="{FB6D6D99-3479-484C-8918-89302CE66473}" srcOrd="2" destOrd="0" parTransId="{26CD9AFB-8311-483A-B118-C205B9F959C0}" sibTransId="{E76557E9-E887-46BF-B7B2-495F19040EBA}"/>
    <dgm:cxn modelId="{6023B3AA-C529-4799-AFB9-673246DEFC4F}" type="presOf" srcId="{8433C7E3-873F-42D8-A8A7-068C20E44344}" destId="{C1CC4C10-D808-412C-8EDB-5A047D817C5F}" srcOrd="0" destOrd="0" presId="urn:microsoft.com/office/officeart/2005/8/layout/lProcess1"/>
    <dgm:cxn modelId="{A8A4A427-18C9-4E91-81CD-4F0D16371A29}" type="presOf" srcId="{DDB3DA9D-DA5C-4E98-827A-5490A00B9E49}" destId="{27599E8A-629D-46E7-9652-60425A00AF2A}" srcOrd="0" destOrd="0" presId="urn:microsoft.com/office/officeart/2005/8/layout/lProcess1"/>
    <dgm:cxn modelId="{BE138D75-96DA-455A-B926-BD91D5A3AA51}" type="presOf" srcId="{DFF885B6-5814-4D3B-93B9-3E3947258A43}" destId="{1FE23132-F6AA-4EDF-B98C-C268BE9AD032}" srcOrd="0" destOrd="0" presId="urn:microsoft.com/office/officeart/2005/8/layout/lProcess1"/>
    <dgm:cxn modelId="{8867B0DA-355F-41E9-89E7-CCEC29E3DA9A}" type="presOf" srcId="{0A5BDC68-9ADE-4F5C-AF8C-380696EB51A4}" destId="{565ACA0B-C9E4-4445-81D0-E168E8932E18}" srcOrd="0" destOrd="0" presId="urn:microsoft.com/office/officeart/2005/8/layout/lProcess1"/>
    <dgm:cxn modelId="{F386ADB4-E08B-4061-8A31-BC57892A1C66}" srcId="{6EFDFBBD-B8B4-4E28-B289-2523EB53A376}" destId="{7ED943EA-0725-4198-A660-E622E208DBF8}" srcOrd="9" destOrd="0" parTransId="{9B888075-6ACB-403E-830F-8EAE109A371E}" sibTransId="{48C0A8D6-C9B3-4735-87D7-6A17FCF893AD}"/>
    <dgm:cxn modelId="{81B4EAAA-F42F-480B-98FA-34936734997D}" type="presOf" srcId="{6756665F-94D5-4809-8122-A8BAC5064BEF}" destId="{6A24C01D-EE2D-4C4A-A8F2-E8FFFE4C8ABE}" srcOrd="0" destOrd="0" presId="urn:microsoft.com/office/officeart/2005/8/layout/lProcess1"/>
    <dgm:cxn modelId="{14E09A8B-D028-4A8B-880F-BF0EE2C63EA4}" srcId="{6EFDFBBD-B8B4-4E28-B289-2523EB53A376}" destId="{C83AC9CC-DFD0-4104-87D2-6D859324FC3F}" srcOrd="3" destOrd="0" parTransId="{B1DEE73B-B992-4C7C-AA23-121BC7CD21F6}" sibTransId="{8433C7E3-873F-42D8-A8A7-068C20E44344}"/>
    <dgm:cxn modelId="{372C08A4-4480-4FC4-8B94-DEAD01CE0C9D}" type="presOf" srcId="{005818EB-03E8-44DB-ACA7-A6F73CB7AF3E}" destId="{420079FC-D454-4D19-BF54-AB4CC37670F0}" srcOrd="0" destOrd="0" presId="urn:microsoft.com/office/officeart/2005/8/layout/lProcess1"/>
    <dgm:cxn modelId="{079231D1-0A3A-4298-BC00-E99ADF7BD3E8}" srcId="{FB6D6D99-3479-484C-8918-89302CE66473}" destId="{FE6B2B59-21AC-40AE-9384-6C30942FDAD7}" srcOrd="1" destOrd="0" parTransId="{8A0E654E-90E8-4A45-B465-6866410072E6}" sibTransId="{44F09A66-3D95-45F9-B997-3BA6CA818C06}"/>
    <dgm:cxn modelId="{8F30270B-C314-4D60-B995-4F8535A71655}" srcId="{9841108B-3AD2-4226-B162-40094AD34796}" destId="{0F7114C5-9BE9-4327-A61D-171CE5528B69}" srcOrd="3" destOrd="0" parTransId="{E187D5C2-AC6E-427E-9658-F78262B63EE6}" sibTransId="{46541289-8F67-4501-B8A4-8806E09A33C7}"/>
    <dgm:cxn modelId="{E218C054-D9B4-4B8E-A8B0-717A2F275966}" type="presOf" srcId="{232DEFA7-C702-40D5-B291-A6082D61236B}" destId="{72F9C801-71CB-4540-A530-E49D96F473F0}" srcOrd="0" destOrd="0" presId="urn:microsoft.com/office/officeart/2005/8/layout/lProcess1"/>
    <dgm:cxn modelId="{4A072BBB-673F-4CAE-B702-C563927AA726}" type="presOf" srcId="{DFA3D77D-9B4E-48CB-BE9A-AEBD8673F255}" destId="{2A42DDB5-E5AD-4D66-B385-DD0D36221CD5}" srcOrd="0" destOrd="0" presId="urn:microsoft.com/office/officeart/2005/8/layout/lProcess1"/>
    <dgm:cxn modelId="{8236FDFE-37CF-425C-BC9D-481055D86C62}" srcId="{6EFDFBBD-B8B4-4E28-B289-2523EB53A376}" destId="{B1279508-5DC9-4618-BF22-79759996D867}" srcOrd="10" destOrd="0" parTransId="{76DF9913-82C4-437E-8231-1D4AB3998D5E}" sibTransId="{53308B54-3049-4769-BA66-324D96F0D52F}"/>
    <dgm:cxn modelId="{F132275E-A059-4ED2-B273-25828CC6208F}" type="presOf" srcId="{415B92E1-F72E-40F9-A0AE-551B0B610C36}" destId="{31BF3D68-C8D6-4CFF-9018-F27A9F4D27BC}" srcOrd="0" destOrd="0" presId="urn:microsoft.com/office/officeart/2005/8/layout/lProcess1"/>
    <dgm:cxn modelId="{2A66D4DB-F0D0-4450-A48F-BD24796AFAE0}" type="presOf" srcId="{B25D031A-3417-4706-93FB-D9B93BC44B4C}" destId="{3009D573-EDCB-4BB4-A568-9E5EE6BFDAB7}" srcOrd="0" destOrd="0" presId="urn:microsoft.com/office/officeart/2005/8/layout/lProcess1"/>
    <dgm:cxn modelId="{DAAE6AF8-3D41-4EA4-803B-9C0BB8F243C1}" srcId="{DFA3D77D-9B4E-48CB-BE9A-AEBD8673F255}" destId="{FF973F0F-5DAD-4DF2-9C9F-21A20E7307B6}" srcOrd="0" destOrd="0" parTransId="{CD249BA9-B3D7-437D-861E-9AB9184419C8}" sibTransId="{7110735A-E407-436D-B049-42184CCAA5D8}"/>
    <dgm:cxn modelId="{DB4EB3E0-480E-47D3-8565-194B8906475D}" type="presOf" srcId="{3E9499CE-6052-4B0A-9F1E-21DFA81010E7}" destId="{408D565F-CE66-4D55-9504-18B98234A684}" srcOrd="0" destOrd="0" presId="urn:microsoft.com/office/officeart/2005/8/layout/lProcess1"/>
    <dgm:cxn modelId="{6245D80D-B7FB-43B2-8984-0E2612C6F509}" srcId="{DFA3D77D-9B4E-48CB-BE9A-AEBD8673F255}" destId="{6EFDFBBD-B8B4-4E28-B289-2523EB53A376}" srcOrd="4" destOrd="0" parTransId="{427DE1EE-C60E-4568-A94E-FC50584C9DE7}" sibTransId="{155A79E2-1D5E-4A5B-8611-8FD4284F7025}"/>
    <dgm:cxn modelId="{D89B6B0C-2A67-4CE5-9898-F612FD07BFD2}" type="presOf" srcId="{AE9B7D1F-9B88-4E44-81B3-1CA6D3562258}" destId="{ABC5FE71-987C-4673-8BDE-FD408459613C}" srcOrd="0" destOrd="0" presId="urn:microsoft.com/office/officeart/2005/8/layout/lProcess1"/>
    <dgm:cxn modelId="{9B29B719-DD37-4C77-89DF-C7C95B85392F}" type="presOf" srcId="{73357AAB-911A-47A8-9ECC-CE03F390B0B3}" destId="{445771DC-9E23-4E2B-924D-AF76E7B41DAB}" srcOrd="0" destOrd="0" presId="urn:microsoft.com/office/officeart/2005/8/layout/lProcess1"/>
    <dgm:cxn modelId="{4F5F84D8-192F-4A0C-AD71-D970EB4D7E38}" srcId="{DE86678E-102B-46B3-BF79-12ABA2C8D824}" destId="{07BA09DD-A3AE-455B-B03F-8A38AD8E5D48}" srcOrd="1" destOrd="0" parTransId="{8912D5C7-3C11-4CBC-841E-86E0E53477C1}" sibTransId="{D7B88558-D9C0-4ACA-AD9A-669D834BE9A6}"/>
    <dgm:cxn modelId="{3F89C435-2997-47CE-9599-A56A5E213DD2}" type="presOf" srcId="{5FDF32FB-4CFD-4239-ABB0-8AAF19C9EAD3}" destId="{CD90F15F-56FC-443B-87CF-3BEB566A2146}" srcOrd="0" destOrd="0" presId="urn:microsoft.com/office/officeart/2005/8/layout/lProcess1"/>
    <dgm:cxn modelId="{6845E36C-BADD-4EE6-B93E-EACFE8E6EFCE}" srcId="{FF973F0F-5DAD-4DF2-9C9F-21A20E7307B6}" destId="{DFF885B6-5814-4D3B-93B9-3E3947258A43}" srcOrd="1" destOrd="0" parTransId="{FED10666-AF9F-4665-BA49-34B2864BB7C6}" sibTransId="{6756665F-94D5-4809-8122-A8BAC5064BEF}"/>
    <dgm:cxn modelId="{2A53D94D-5FA9-487F-B215-87D9A0B3B785}" type="presOf" srcId="{37C5B543-4F2B-40BA-BD28-EA1732A5E9B1}" destId="{D5212038-2CCE-44C9-B30B-16F310569120}" srcOrd="0" destOrd="0" presId="urn:microsoft.com/office/officeart/2005/8/layout/lProcess1"/>
    <dgm:cxn modelId="{11ACEBFA-4CC7-444D-B53E-958DBE668E08}" srcId="{FB6D6D99-3479-484C-8918-89302CE66473}" destId="{11B05303-9DE2-487D-8230-2FE85FF8DF21}" srcOrd="4" destOrd="0" parTransId="{E13D764E-5DCB-422D-8BCE-9F62D2158E9C}" sibTransId="{A4E0D8AA-2D8F-4CC6-B78D-AC2316204E04}"/>
    <dgm:cxn modelId="{3FF2713E-B38B-4CAA-A7C1-BA5FAA77F409}" srcId="{DFA3D77D-9B4E-48CB-BE9A-AEBD8673F255}" destId="{9841108B-3AD2-4226-B162-40094AD34796}" srcOrd="1" destOrd="0" parTransId="{A726ED55-4A6B-4509-9BD1-DABF64575CAD}" sibTransId="{CCB2497E-D98B-4433-8E0D-EF9FE8593CA7}"/>
    <dgm:cxn modelId="{2E4D603C-5F2E-42BF-A3B4-11D237DFD5C8}" type="presOf" srcId="{44F09A66-3D95-45F9-B997-3BA6CA818C06}" destId="{A1174C72-23E7-46C6-927F-1BB60BCA24F4}" srcOrd="0" destOrd="0" presId="urn:microsoft.com/office/officeart/2005/8/layout/lProcess1"/>
    <dgm:cxn modelId="{45C28075-1AD2-4450-8E7A-254603937920}" type="presOf" srcId="{F0A32599-FBF6-401D-8960-4AA20C0FB633}" destId="{B3A10AFE-D330-49FE-9376-952FD6CE2801}" srcOrd="0" destOrd="0" presId="urn:microsoft.com/office/officeart/2005/8/layout/lProcess1"/>
    <dgm:cxn modelId="{4FE230A8-D726-4234-8844-AD63B53DBAFD}" type="presOf" srcId="{C390DFBD-ED06-4444-975D-F73DABA2B827}" destId="{D630A0F9-B503-4C31-ABC8-BE38B68E85A7}" srcOrd="0" destOrd="0" presId="urn:microsoft.com/office/officeart/2005/8/layout/lProcess1"/>
    <dgm:cxn modelId="{1BB09CCD-2C9C-4025-AED1-6E292EC2BAA9}" srcId="{6EFDFBBD-B8B4-4E28-B289-2523EB53A376}" destId="{038A9ED3-F039-42C2-B205-DA2D8F4D2817}" srcOrd="5" destOrd="0" parTransId="{D0DAA8CD-45CB-4674-B59A-2B111444309E}" sibTransId="{56089E34-0C94-413A-9AD3-C1D473CFD122}"/>
    <dgm:cxn modelId="{102F8497-6843-4018-98C6-EEDA25BFD01F}" type="presOf" srcId="{76A9992A-B5A9-411B-96CA-C22A20DCAB6B}" destId="{15F1EAB7-1445-4E53-A61E-9DCB837A80BA}" srcOrd="0" destOrd="0" presId="urn:microsoft.com/office/officeart/2005/8/layout/lProcess1"/>
    <dgm:cxn modelId="{4054C9E0-96A7-4673-8DD5-F7EC19AA5181}" srcId="{9841108B-3AD2-4226-B162-40094AD34796}" destId="{FB1E0236-9891-4820-BE20-642D5EFC7FFC}" srcOrd="0" destOrd="0" parTransId="{B1C3AEA0-E3D4-4322-880F-B70C7DFC3694}" sibTransId="{DDB3DA9D-DA5C-4E98-827A-5490A00B9E49}"/>
    <dgm:cxn modelId="{1984AA04-5067-47EF-9E10-ECF16DB20A84}" type="presOf" srcId="{FB6D6D99-3479-484C-8918-89302CE66473}" destId="{6EFEF940-5282-411E-9F7D-BAE2B47D6ACC}" srcOrd="0" destOrd="0" presId="urn:microsoft.com/office/officeart/2005/8/layout/lProcess1"/>
    <dgm:cxn modelId="{F1566194-F499-4CE3-98E4-45B95C052713}" srcId="{DFA3D77D-9B4E-48CB-BE9A-AEBD8673F255}" destId="{FFCB1299-3E58-4034-A100-3B6BA6FAD370}" srcOrd="5" destOrd="0" parTransId="{22A74C8B-D12C-42B0-BD74-D2D9C0F1CE64}" sibTransId="{AB393D22-9FA6-420B-AE9E-0900B6E02D02}"/>
    <dgm:cxn modelId="{0809B76F-62A2-4D5C-8AF3-8389069C4402}" srcId="{FF973F0F-5DAD-4DF2-9C9F-21A20E7307B6}" destId="{E73D6FC8-D929-4169-9918-9C734912A623}" srcOrd="5" destOrd="0" parTransId="{4C880FE9-BBB1-4D0A-9109-97E846FD71C0}" sibTransId="{72E629E2-269A-4BB4-8DE1-09A10FF28ACA}"/>
    <dgm:cxn modelId="{2DF87588-AAB7-4BDF-B704-2300911A3AD2}" type="presOf" srcId="{A4E0D8AA-2D8F-4CC6-B78D-AC2316204E04}" destId="{F90BEA5B-24A7-4E61-91C2-AFB285DDF245}" srcOrd="0" destOrd="0" presId="urn:microsoft.com/office/officeart/2005/8/layout/lProcess1"/>
    <dgm:cxn modelId="{1583B402-4CE3-41EF-AE49-B943EE726DEF}" type="presOf" srcId="{7ED943EA-0725-4198-A660-E622E208DBF8}" destId="{1B536995-5272-49E1-90FD-91F8530C75C8}" srcOrd="0" destOrd="0" presId="urn:microsoft.com/office/officeart/2005/8/layout/lProcess1"/>
    <dgm:cxn modelId="{88E5F897-A5CD-4B60-B045-2368AB4F1C75}" srcId="{6EFDFBBD-B8B4-4E28-B289-2523EB53A376}" destId="{5B3786DD-0527-4235-A1B0-A167E00E3B2D}" srcOrd="2" destOrd="0" parTransId="{920C449C-9BFE-46F6-AA32-B2574BACE118}" sibTransId="{005818EB-03E8-44DB-ACA7-A6F73CB7AF3E}"/>
    <dgm:cxn modelId="{75142440-8437-4CFB-B93D-4D5D548F2F2C}" srcId="{FF973F0F-5DAD-4DF2-9C9F-21A20E7307B6}" destId="{A02C1DE7-BB18-4552-88B0-E047D38EE374}" srcOrd="4" destOrd="0" parTransId="{9A5A1E77-3C43-4965-A8C3-DB83C77E00B6}" sibTransId="{453CC079-1734-4ACE-BA83-BF450F3E1B34}"/>
    <dgm:cxn modelId="{FEE1DB52-250D-4E18-B136-C28135D19347}" type="presOf" srcId="{A3237BA0-0196-454B-BA8A-0CC07D8EBD3C}" destId="{3723B3D5-0EEF-42C8-995C-9ED0F6621AFB}" srcOrd="0" destOrd="0" presId="urn:microsoft.com/office/officeart/2005/8/layout/lProcess1"/>
    <dgm:cxn modelId="{97EBA747-221B-4C31-BA62-6DDF3E9BF28B}" srcId="{FB6D6D99-3479-484C-8918-89302CE66473}" destId="{49A6358D-5E24-4C62-9CB3-F8B64651DB92}" srcOrd="3" destOrd="0" parTransId="{F145C339-64DA-4F32-B2AB-24BAC3368953}" sibTransId="{30A2D069-E280-44A6-8657-7C0FED5B4D5F}"/>
    <dgm:cxn modelId="{C655F398-7C49-4F89-991B-F5E9FFB6CEDD}" type="presOf" srcId="{C83AC9CC-DFD0-4104-87D2-6D859324FC3F}" destId="{40E108A5-7BEC-4E0F-932E-142506EF92AB}" srcOrd="0" destOrd="0" presId="urn:microsoft.com/office/officeart/2005/8/layout/lProcess1"/>
    <dgm:cxn modelId="{CD092699-8B89-4A37-9C2E-FFD675F99FD9}" srcId="{FF973F0F-5DAD-4DF2-9C9F-21A20E7307B6}" destId="{27F50AEF-599F-4845-91B1-E9A02FF64607}" srcOrd="0" destOrd="0" parTransId="{3E9499CE-6052-4B0A-9F1E-21DFA81010E7}" sibTransId="{2B6580DE-43A2-4153-8E44-2C30DA814397}"/>
    <dgm:cxn modelId="{983AB7A1-E109-4EFA-ADEB-954F55DD63DC}" type="presOf" srcId="{F646F76A-BE76-4A8D-8945-7CA39E0CB517}" destId="{D2D6D3B9-E535-4B87-86A5-34237FC4EB76}" srcOrd="0" destOrd="0" presId="urn:microsoft.com/office/officeart/2005/8/layout/lProcess1"/>
    <dgm:cxn modelId="{985269E2-9578-4B69-8D28-A937807FB5C5}" type="presOf" srcId="{46541289-8F67-4501-B8A4-8806E09A33C7}" destId="{28556356-7022-4781-BE68-C7EE006AED97}" srcOrd="0" destOrd="0" presId="urn:microsoft.com/office/officeart/2005/8/layout/lProcess1"/>
    <dgm:cxn modelId="{7AC1053B-B70A-438E-866B-AD53938134EB}" type="presOf" srcId="{29F978CC-3E69-4C17-978E-F6904194EA09}" destId="{F060940B-C2C8-4B33-9FA0-5BFD21264FA6}" srcOrd="0" destOrd="0" presId="urn:microsoft.com/office/officeart/2005/8/layout/lProcess1"/>
    <dgm:cxn modelId="{B0154D26-FA37-475C-B155-7126D6BBB9C1}" type="presParOf" srcId="{2A42DDB5-E5AD-4D66-B385-DD0D36221CD5}" destId="{DE4F70EE-0A9F-405B-A3B6-4920B57F5940}" srcOrd="0" destOrd="0" presId="urn:microsoft.com/office/officeart/2005/8/layout/lProcess1"/>
    <dgm:cxn modelId="{02E077CD-63E6-42BC-9A75-91CA89EACFE8}" type="presParOf" srcId="{DE4F70EE-0A9F-405B-A3B6-4920B57F5940}" destId="{6169DDCC-378C-4133-BD4E-E17B6664E527}" srcOrd="0" destOrd="0" presId="urn:microsoft.com/office/officeart/2005/8/layout/lProcess1"/>
    <dgm:cxn modelId="{25B225D7-2488-463F-8546-642FA851D0A7}" type="presParOf" srcId="{DE4F70EE-0A9F-405B-A3B6-4920B57F5940}" destId="{408D565F-CE66-4D55-9504-18B98234A684}" srcOrd="1" destOrd="0" presId="urn:microsoft.com/office/officeart/2005/8/layout/lProcess1"/>
    <dgm:cxn modelId="{BA33DC3A-00C6-4A13-A1A3-16229A899B38}" type="presParOf" srcId="{DE4F70EE-0A9F-405B-A3B6-4920B57F5940}" destId="{0D86EEA4-459E-4194-A3CB-575FA5352252}" srcOrd="2" destOrd="0" presId="urn:microsoft.com/office/officeart/2005/8/layout/lProcess1"/>
    <dgm:cxn modelId="{0F1EAB94-5716-4473-9159-810344770281}" type="presParOf" srcId="{DE4F70EE-0A9F-405B-A3B6-4920B57F5940}" destId="{51CC5ADC-6AA3-4C20-A197-3043DB53D921}" srcOrd="3" destOrd="0" presId="urn:microsoft.com/office/officeart/2005/8/layout/lProcess1"/>
    <dgm:cxn modelId="{F0930DA0-068F-4ACE-BE43-ED112964A27C}" type="presParOf" srcId="{DE4F70EE-0A9F-405B-A3B6-4920B57F5940}" destId="{1FE23132-F6AA-4EDF-B98C-C268BE9AD032}" srcOrd="4" destOrd="0" presId="urn:microsoft.com/office/officeart/2005/8/layout/lProcess1"/>
    <dgm:cxn modelId="{A26CF7A1-AE04-4F29-A562-947A22CC6DC0}" type="presParOf" srcId="{DE4F70EE-0A9F-405B-A3B6-4920B57F5940}" destId="{6A24C01D-EE2D-4C4A-A8F2-E8FFFE4C8ABE}" srcOrd="5" destOrd="0" presId="urn:microsoft.com/office/officeart/2005/8/layout/lProcess1"/>
    <dgm:cxn modelId="{2CF0BEBD-31D3-4069-BCE4-DDFDCF710C72}" type="presParOf" srcId="{DE4F70EE-0A9F-405B-A3B6-4920B57F5940}" destId="{4C0080AC-3BEC-493B-BFBE-31D2B78BF09D}" srcOrd="6" destOrd="0" presId="urn:microsoft.com/office/officeart/2005/8/layout/lProcess1"/>
    <dgm:cxn modelId="{826A2EFE-CF8D-4475-897A-41A559FDC152}" type="presParOf" srcId="{DE4F70EE-0A9F-405B-A3B6-4920B57F5940}" destId="{3723B3D5-0EEF-42C8-995C-9ED0F6621AFB}" srcOrd="7" destOrd="0" presId="urn:microsoft.com/office/officeart/2005/8/layout/lProcess1"/>
    <dgm:cxn modelId="{AA83E060-D216-4489-8F6A-A052D272D4A3}" type="presParOf" srcId="{DE4F70EE-0A9F-405B-A3B6-4920B57F5940}" destId="{B3A10AFE-D330-49FE-9376-952FD6CE2801}" srcOrd="8" destOrd="0" presId="urn:microsoft.com/office/officeart/2005/8/layout/lProcess1"/>
    <dgm:cxn modelId="{47415FD3-EB96-4AED-8005-72FBBCE8177C}" type="presParOf" srcId="{DE4F70EE-0A9F-405B-A3B6-4920B57F5940}" destId="{80924BD3-F2A9-4D98-BCD6-2AE3C589FEFA}" srcOrd="9" destOrd="0" presId="urn:microsoft.com/office/officeart/2005/8/layout/lProcess1"/>
    <dgm:cxn modelId="{C175B00F-73D9-4BB2-8C17-A27660C75D0C}" type="presParOf" srcId="{DE4F70EE-0A9F-405B-A3B6-4920B57F5940}" destId="{EADDF02D-F36C-49F6-AA73-D5CAC6D90ED3}" srcOrd="10" destOrd="0" presId="urn:microsoft.com/office/officeart/2005/8/layout/lProcess1"/>
    <dgm:cxn modelId="{B4F97472-9200-40AB-83DC-CACC92BF8FC4}" type="presParOf" srcId="{DE4F70EE-0A9F-405B-A3B6-4920B57F5940}" destId="{DFA481F0-10CF-4448-9EF6-FDB78DE7FCD3}" srcOrd="11" destOrd="0" presId="urn:microsoft.com/office/officeart/2005/8/layout/lProcess1"/>
    <dgm:cxn modelId="{AD518B57-F995-4681-B474-C953F76BB752}" type="presParOf" srcId="{DE4F70EE-0A9F-405B-A3B6-4920B57F5940}" destId="{D868B3C8-6B45-45F9-AFA2-9B4B9F12E8E9}" srcOrd="12" destOrd="0" presId="urn:microsoft.com/office/officeart/2005/8/layout/lProcess1"/>
    <dgm:cxn modelId="{C526801D-5E2F-4BA4-A6B1-BBB8A33EF02F}" type="presParOf" srcId="{2A42DDB5-E5AD-4D66-B385-DD0D36221CD5}" destId="{0804E84F-0965-4816-B8E8-A767AF96E1A9}" srcOrd="1" destOrd="0" presId="urn:microsoft.com/office/officeart/2005/8/layout/lProcess1"/>
    <dgm:cxn modelId="{D18658BE-C335-449A-8CAB-B751883C859B}" type="presParOf" srcId="{2A42DDB5-E5AD-4D66-B385-DD0D36221CD5}" destId="{D0A61F09-43FD-4730-8E5F-9CA70AC8B439}" srcOrd="2" destOrd="0" presId="urn:microsoft.com/office/officeart/2005/8/layout/lProcess1"/>
    <dgm:cxn modelId="{6363CA6B-7192-4BED-8B7F-2B9CD0CF9473}" type="presParOf" srcId="{D0A61F09-43FD-4730-8E5F-9CA70AC8B439}" destId="{A8792FB1-86C8-48D9-B70E-FB57DAB853DE}" srcOrd="0" destOrd="0" presId="urn:microsoft.com/office/officeart/2005/8/layout/lProcess1"/>
    <dgm:cxn modelId="{AD3ECDDA-DF4E-4C5D-B965-787C6CC1B6A3}" type="presParOf" srcId="{D0A61F09-43FD-4730-8E5F-9CA70AC8B439}" destId="{6B08D36C-3F7B-4775-8C1D-40B5EA9F22D5}" srcOrd="1" destOrd="0" presId="urn:microsoft.com/office/officeart/2005/8/layout/lProcess1"/>
    <dgm:cxn modelId="{77CE2C10-B908-4AF5-8778-8EECF4AD7A5E}" type="presParOf" srcId="{D0A61F09-43FD-4730-8E5F-9CA70AC8B439}" destId="{81716DC0-67AE-4340-96F4-AE116EDA01E6}" srcOrd="2" destOrd="0" presId="urn:microsoft.com/office/officeart/2005/8/layout/lProcess1"/>
    <dgm:cxn modelId="{35EF1B87-60B7-4CD1-BAA2-1513CFD4E713}" type="presParOf" srcId="{D0A61F09-43FD-4730-8E5F-9CA70AC8B439}" destId="{27599E8A-629D-46E7-9652-60425A00AF2A}" srcOrd="3" destOrd="0" presId="urn:microsoft.com/office/officeart/2005/8/layout/lProcess1"/>
    <dgm:cxn modelId="{63B78088-7FA6-4BC2-BAA8-14E8B3128D10}" type="presParOf" srcId="{D0A61F09-43FD-4730-8E5F-9CA70AC8B439}" destId="{76AE5C49-1398-4CF5-896B-B4C546901659}" srcOrd="4" destOrd="0" presId="urn:microsoft.com/office/officeart/2005/8/layout/lProcess1"/>
    <dgm:cxn modelId="{FC13023A-4ACD-4ABC-8CD7-36D4D974E8CD}" type="presParOf" srcId="{D0A61F09-43FD-4730-8E5F-9CA70AC8B439}" destId="{CD90F15F-56FC-443B-87CF-3BEB566A2146}" srcOrd="5" destOrd="0" presId="urn:microsoft.com/office/officeart/2005/8/layout/lProcess1"/>
    <dgm:cxn modelId="{88812CD9-9309-4EEB-8D46-5DD489D3E9C2}" type="presParOf" srcId="{D0A61F09-43FD-4730-8E5F-9CA70AC8B439}" destId="{96AA86AE-4307-43F5-9D71-AEB3E475A431}" srcOrd="6" destOrd="0" presId="urn:microsoft.com/office/officeart/2005/8/layout/lProcess1"/>
    <dgm:cxn modelId="{642694FA-295A-4F16-ADF4-21A0B559C45F}" type="presParOf" srcId="{D0A61F09-43FD-4730-8E5F-9CA70AC8B439}" destId="{7BBB2E45-A299-4ADE-9EEB-F2511F53D6FC}" srcOrd="7" destOrd="0" presId="urn:microsoft.com/office/officeart/2005/8/layout/lProcess1"/>
    <dgm:cxn modelId="{AA2C67A6-1ACE-420C-B992-E97A37382036}" type="presParOf" srcId="{D0A61F09-43FD-4730-8E5F-9CA70AC8B439}" destId="{C0F9B289-2BD9-40D4-B752-B54086C40A04}" srcOrd="8" destOrd="0" presId="urn:microsoft.com/office/officeart/2005/8/layout/lProcess1"/>
    <dgm:cxn modelId="{756CFEC3-112F-4479-B467-3C367A56320C}" type="presParOf" srcId="{D0A61F09-43FD-4730-8E5F-9CA70AC8B439}" destId="{28556356-7022-4781-BE68-C7EE006AED97}" srcOrd="9" destOrd="0" presId="urn:microsoft.com/office/officeart/2005/8/layout/lProcess1"/>
    <dgm:cxn modelId="{16097A42-4584-4EF5-AF91-45EB52FB9061}" type="presParOf" srcId="{D0A61F09-43FD-4730-8E5F-9CA70AC8B439}" destId="{15F1EAB7-1445-4E53-A61E-9DCB837A80BA}" srcOrd="10" destOrd="0" presId="urn:microsoft.com/office/officeart/2005/8/layout/lProcess1"/>
    <dgm:cxn modelId="{8A6B3CCA-2D4E-45B1-939F-2076153466FE}" type="presParOf" srcId="{D0A61F09-43FD-4730-8E5F-9CA70AC8B439}" destId="{3B78A119-6851-4C01-89DD-30302B93049F}" srcOrd="11" destOrd="0" presId="urn:microsoft.com/office/officeart/2005/8/layout/lProcess1"/>
    <dgm:cxn modelId="{22AFA8C7-17C1-4DE6-B694-4A2B185F2868}" type="presParOf" srcId="{D0A61F09-43FD-4730-8E5F-9CA70AC8B439}" destId="{3367026C-4090-4E7B-8AFD-171EEEB755DC}" srcOrd="12" destOrd="0" presId="urn:microsoft.com/office/officeart/2005/8/layout/lProcess1"/>
    <dgm:cxn modelId="{7315EE34-1F5F-49A0-8D17-5FE847367796}" type="presParOf" srcId="{2A42DDB5-E5AD-4D66-B385-DD0D36221CD5}" destId="{17C6C6E3-CE24-4EBB-BE69-32D1AD17CCFB}" srcOrd="3" destOrd="0" presId="urn:microsoft.com/office/officeart/2005/8/layout/lProcess1"/>
    <dgm:cxn modelId="{7FA9B3A0-928D-4D64-A7D9-E2590FC85511}" type="presParOf" srcId="{2A42DDB5-E5AD-4D66-B385-DD0D36221CD5}" destId="{2A4B0BCC-2A25-466C-A3EC-120881C1757B}" srcOrd="4" destOrd="0" presId="urn:microsoft.com/office/officeart/2005/8/layout/lProcess1"/>
    <dgm:cxn modelId="{4362B97C-8393-4FFB-B643-2E661B05A589}" type="presParOf" srcId="{2A4B0BCC-2A25-466C-A3EC-120881C1757B}" destId="{6EFEF940-5282-411E-9F7D-BAE2B47D6ACC}" srcOrd="0" destOrd="0" presId="urn:microsoft.com/office/officeart/2005/8/layout/lProcess1"/>
    <dgm:cxn modelId="{D41163E3-0E05-4E14-AFDE-578E65BCA6E9}" type="presParOf" srcId="{2A4B0BCC-2A25-466C-A3EC-120881C1757B}" destId="{D0FC23D5-20D2-4E33-B13F-F683CEA310F2}" srcOrd="1" destOrd="0" presId="urn:microsoft.com/office/officeart/2005/8/layout/lProcess1"/>
    <dgm:cxn modelId="{8FD6BBAC-E516-4CC1-A1AD-AF4DCA03ED0C}" type="presParOf" srcId="{2A4B0BCC-2A25-466C-A3EC-120881C1757B}" destId="{31BF3D68-C8D6-4CFF-9018-F27A9F4D27BC}" srcOrd="2" destOrd="0" presId="urn:microsoft.com/office/officeart/2005/8/layout/lProcess1"/>
    <dgm:cxn modelId="{74775825-5C34-444D-B08C-FE00DBCF3669}" type="presParOf" srcId="{2A4B0BCC-2A25-466C-A3EC-120881C1757B}" destId="{72311689-40AC-4339-A4F8-BF1DC4905AC2}" srcOrd="3" destOrd="0" presId="urn:microsoft.com/office/officeart/2005/8/layout/lProcess1"/>
    <dgm:cxn modelId="{91B6F6C2-A29F-4DDD-83B7-81CF679BD10F}" type="presParOf" srcId="{2A4B0BCC-2A25-466C-A3EC-120881C1757B}" destId="{2C20DDD2-FA33-400A-B8CB-E3CEC3D009CD}" srcOrd="4" destOrd="0" presId="urn:microsoft.com/office/officeart/2005/8/layout/lProcess1"/>
    <dgm:cxn modelId="{16CDD3E0-4262-458F-A06F-0D971CB83F10}" type="presParOf" srcId="{2A4B0BCC-2A25-466C-A3EC-120881C1757B}" destId="{A1174C72-23E7-46C6-927F-1BB60BCA24F4}" srcOrd="5" destOrd="0" presId="urn:microsoft.com/office/officeart/2005/8/layout/lProcess1"/>
    <dgm:cxn modelId="{701EE2A3-892A-436C-9220-818E527E6E92}" type="presParOf" srcId="{2A4B0BCC-2A25-466C-A3EC-120881C1757B}" destId="{F75A82EA-53C2-4E85-B01B-F6A0E2188934}" srcOrd="6" destOrd="0" presId="urn:microsoft.com/office/officeart/2005/8/layout/lProcess1"/>
    <dgm:cxn modelId="{399A05C9-5CA8-4903-A3D2-D52DC3C90843}" type="presParOf" srcId="{2A4B0BCC-2A25-466C-A3EC-120881C1757B}" destId="{D2D6D3B9-E535-4B87-86A5-34237FC4EB76}" srcOrd="7" destOrd="0" presId="urn:microsoft.com/office/officeart/2005/8/layout/lProcess1"/>
    <dgm:cxn modelId="{B2E0E85D-2702-4BA3-8EEF-F5B492D3BEA5}" type="presParOf" srcId="{2A4B0BCC-2A25-466C-A3EC-120881C1757B}" destId="{B783DAB6-3239-48B4-80D5-5B9EF7080ECB}" srcOrd="8" destOrd="0" presId="urn:microsoft.com/office/officeart/2005/8/layout/lProcess1"/>
    <dgm:cxn modelId="{F4098F20-8B96-4B20-8CC7-CE36F92F840A}" type="presParOf" srcId="{2A4B0BCC-2A25-466C-A3EC-120881C1757B}" destId="{6526D5F9-C7D2-48C3-B93F-8D2EAE432EBA}" srcOrd="9" destOrd="0" presId="urn:microsoft.com/office/officeart/2005/8/layout/lProcess1"/>
    <dgm:cxn modelId="{B00991C4-D258-4632-9BFA-1B2BFA6EE60F}" type="presParOf" srcId="{2A4B0BCC-2A25-466C-A3EC-120881C1757B}" destId="{352DBBF3-4329-4838-A30A-2354C761B8BF}" srcOrd="10" destOrd="0" presId="urn:microsoft.com/office/officeart/2005/8/layout/lProcess1"/>
    <dgm:cxn modelId="{C5177818-A0CF-4A09-BC22-392516463FFE}" type="presParOf" srcId="{2A4B0BCC-2A25-466C-A3EC-120881C1757B}" destId="{F90BEA5B-24A7-4E61-91C2-AFB285DDF245}" srcOrd="11" destOrd="0" presId="urn:microsoft.com/office/officeart/2005/8/layout/lProcess1"/>
    <dgm:cxn modelId="{08F5AF12-697C-4FAE-8DA9-149D257EBCED}" type="presParOf" srcId="{2A4B0BCC-2A25-466C-A3EC-120881C1757B}" destId="{5419096E-F8B4-4742-A237-1C6181459027}" srcOrd="12" destOrd="0" presId="urn:microsoft.com/office/officeart/2005/8/layout/lProcess1"/>
    <dgm:cxn modelId="{6086EC84-4A19-40FC-9142-269B3DF6D3DE}" type="presParOf" srcId="{2A42DDB5-E5AD-4D66-B385-DD0D36221CD5}" destId="{86ED1494-A720-4E38-B3EB-0B0D68AFA810}" srcOrd="5" destOrd="0" presId="urn:microsoft.com/office/officeart/2005/8/layout/lProcess1"/>
    <dgm:cxn modelId="{5AA09F67-594C-4A97-8C9F-1FF8BB521F6B}" type="presParOf" srcId="{2A42DDB5-E5AD-4D66-B385-DD0D36221CD5}" destId="{B3A158B9-D386-4642-9428-E19EB67BED67}" srcOrd="6" destOrd="0" presId="urn:microsoft.com/office/officeart/2005/8/layout/lProcess1"/>
    <dgm:cxn modelId="{C2033B68-5310-411D-9C82-DBCDEC708AE0}" type="presParOf" srcId="{B3A158B9-D386-4642-9428-E19EB67BED67}" destId="{FD0C4707-6D8B-4EE3-BFC3-3F2C3DA591DA}" srcOrd="0" destOrd="0" presId="urn:microsoft.com/office/officeart/2005/8/layout/lProcess1"/>
    <dgm:cxn modelId="{0C229B35-CC0F-4783-B4F5-480B12DC8772}" type="presParOf" srcId="{B3A158B9-D386-4642-9428-E19EB67BED67}" destId="{91953FB8-38A5-4ECB-829D-8EE47DAA2A01}" srcOrd="1" destOrd="0" presId="urn:microsoft.com/office/officeart/2005/8/layout/lProcess1"/>
    <dgm:cxn modelId="{8D3EB6CD-1DF1-4ECE-B26B-63E6B6DA9C2E}" type="presParOf" srcId="{B3A158B9-D386-4642-9428-E19EB67BED67}" destId="{40ABE5F1-287B-4C90-A72D-E443B9D05AFB}" srcOrd="2" destOrd="0" presId="urn:microsoft.com/office/officeart/2005/8/layout/lProcess1"/>
    <dgm:cxn modelId="{C8A454D2-D922-44DF-BD58-A1E13FA26D3E}" type="presParOf" srcId="{B3A158B9-D386-4642-9428-E19EB67BED67}" destId="{016927B4-0DC4-4C32-8FF2-48BAC99F0D02}" srcOrd="3" destOrd="0" presId="urn:microsoft.com/office/officeart/2005/8/layout/lProcess1"/>
    <dgm:cxn modelId="{2AF46383-6831-4C1C-9F5A-6CC89A8F49F1}" type="presParOf" srcId="{B3A158B9-D386-4642-9428-E19EB67BED67}" destId="{1684320D-04C9-49FB-A71E-AE6754258227}" srcOrd="4" destOrd="0" presId="urn:microsoft.com/office/officeart/2005/8/layout/lProcess1"/>
    <dgm:cxn modelId="{276BD5FE-D492-4ED9-BD06-3C3F3B18A3E5}" type="presParOf" srcId="{2A42DDB5-E5AD-4D66-B385-DD0D36221CD5}" destId="{09D86292-C3D0-4DF8-B577-0A40E00E1330}" srcOrd="7" destOrd="0" presId="urn:microsoft.com/office/officeart/2005/8/layout/lProcess1"/>
    <dgm:cxn modelId="{8EB26780-A920-4FC9-976A-70D1D3348616}" type="presParOf" srcId="{2A42DDB5-E5AD-4D66-B385-DD0D36221CD5}" destId="{6D69FFFB-0AE0-4E17-837A-875B3AD34EE9}" srcOrd="8" destOrd="0" presId="urn:microsoft.com/office/officeart/2005/8/layout/lProcess1"/>
    <dgm:cxn modelId="{F5637F60-5D1C-4F1A-8CA5-C901572C2681}" type="presParOf" srcId="{6D69FFFB-0AE0-4E17-837A-875B3AD34EE9}" destId="{30697D92-B2C5-4AD9-9694-9F10E97EA36C}" srcOrd="0" destOrd="0" presId="urn:microsoft.com/office/officeart/2005/8/layout/lProcess1"/>
    <dgm:cxn modelId="{491BFA3D-0EEC-4983-80C2-1B4A26ACA9B4}" type="presParOf" srcId="{6D69FFFB-0AE0-4E17-837A-875B3AD34EE9}" destId="{C7E68EDA-AA16-41A4-90C3-FCB88EDBA9A1}" srcOrd="1" destOrd="0" presId="urn:microsoft.com/office/officeart/2005/8/layout/lProcess1"/>
    <dgm:cxn modelId="{75C43743-7C53-4014-9872-185245B69F84}" type="presParOf" srcId="{6D69FFFB-0AE0-4E17-837A-875B3AD34EE9}" destId="{565ACA0B-C9E4-4445-81D0-E168E8932E18}" srcOrd="2" destOrd="0" presId="urn:microsoft.com/office/officeart/2005/8/layout/lProcess1"/>
    <dgm:cxn modelId="{0D7792D2-F7D3-44D3-A529-C17C3982A911}" type="presParOf" srcId="{6D69FFFB-0AE0-4E17-837A-875B3AD34EE9}" destId="{72F9C801-71CB-4540-A530-E49D96F473F0}" srcOrd="3" destOrd="0" presId="urn:microsoft.com/office/officeart/2005/8/layout/lProcess1"/>
    <dgm:cxn modelId="{AF754B1F-611A-42B9-AA8E-A7671726BCC7}" type="presParOf" srcId="{6D69FFFB-0AE0-4E17-837A-875B3AD34EE9}" destId="{264583D7-F728-4E05-A441-8591ECFEF029}" srcOrd="4" destOrd="0" presId="urn:microsoft.com/office/officeart/2005/8/layout/lProcess1"/>
    <dgm:cxn modelId="{A45E56DD-B32E-473E-B0C7-012BC2135534}" type="presParOf" srcId="{6D69FFFB-0AE0-4E17-837A-875B3AD34EE9}" destId="{F060940B-C2C8-4B33-9FA0-5BFD21264FA6}" srcOrd="5" destOrd="0" presId="urn:microsoft.com/office/officeart/2005/8/layout/lProcess1"/>
    <dgm:cxn modelId="{F454FC61-7352-490D-98FD-02C0FF6FA5C9}" type="presParOf" srcId="{6D69FFFB-0AE0-4E17-837A-875B3AD34EE9}" destId="{97F4606E-145B-4881-9EED-CCB040241023}" srcOrd="6" destOrd="0" presId="urn:microsoft.com/office/officeart/2005/8/layout/lProcess1"/>
    <dgm:cxn modelId="{0503A29A-609D-45F1-B045-660A47115088}" type="presParOf" srcId="{6D69FFFB-0AE0-4E17-837A-875B3AD34EE9}" destId="{420079FC-D454-4D19-BF54-AB4CC37670F0}" srcOrd="7" destOrd="0" presId="urn:microsoft.com/office/officeart/2005/8/layout/lProcess1"/>
    <dgm:cxn modelId="{1B100D85-C81F-4B54-9FDD-65ADB20EBE10}" type="presParOf" srcId="{6D69FFFB-0AE0-4E17-837A-875B3AD34EE9}" destId="{40E108A5-7BEC-4E0F-932E-142506EF92AB}" srcOrd="8" destOrd="0" presId="urn:microsoft.com/office/officeart/2005/8/layout/lProcess1"/>
    <dgm:cxn modelId="{5CF58009-7D5D-473E-9C4C-81AF3FDF7C6F}" type="presParOf" srcId="{6D69FFFB-0AE0-4E17-837A-875B3AD34EE9}" destId="{C1CC4C10-D808-412C-8EDB-5A047D817C5F}" srcOrd="9" destOrd="0" presId="urn:microsoft.com/office/officeart/2005/8/layout/lProcess1"/>
    <dgm:cxn modelId="{AFCCA50A-3CA8-4060-81C0-8740AAE7E476}" type="presParOf" srcId="{6D69FFFB-0AE0-4E17-837A-875B3AD34EE9}" destId="{5A563E65-EA29-4163-BF08-D91FC7AFAC00}" srcOrd="10" destOrd="0" presId="urn:microsoft.com/office/officeart/2005/8/layout/lProcess1"/>
    <dgm:cxn modelId="{618AB3A1-5D1A-48BA-9FB3-60423D9AE265}" type="presParOf" srcId="{6D69FFFB-0AE0-4E17-837A-875B3AD34EE9}" destId="{C395AE29-975C-4DCB-BAE0-438D8143C992}" srcOrd="11" destOrd="0" presId="urn:microsoft.com/office/officeart/2005/8/layout/lProcess1"/>
    <dgm:cxn modelId="{8B8E8731-593D-43C4-BC1E-97EB7548BBA9}" type="presParOf" srcId="{6D69FFFB-0AE0-4E17-837A-875B3AD34EE9}" destId="{E39C0A22-E121-4343-A72F-5617698E5229}" srcOrd="12" destOrd="0" presId="urn:microsoft.com/office/officeart/2005/8/layout/lProcess1"/>
    <dgm:cxn modelId="{3C41D72D-EA63-424F-ABB4-40402A071E66}" type="presParOf" srcId="{6D69FFFB-0AE0-4E17-837A-875B3AD34EE9}" destId="{BB3D8E74-577A-48C0-ACCB-384D5BE3A732}" srcOrd="13" destOrd="0" presId="urn:microsoft.com/office/officeart/2005/8/layout/lProcess1"/>
    <dgm:cxn modelId="{EA285FC6-B8BF-41C7-8D55-A2B45F7D5A4D}" type="presParOf" srcId="{6D69FFFB-0AE0-4E17-837A-875B3AD34EE9}" destId="{D630A0F9-B503-4C31-ABC8-BE38B68E85A7}" srcOrd="14" destOrd="0" presId="urn:microsoft.com/office/officeart/2005/8/layout/lProcess1"/>
    <dgm:cxn modelId="{5ED688E9-96C0-4296-A5AE-EFC71EE5A25E}" type="presParOf" srcId="{6D69FFFB-0AE0-4E17-837A-875B3AD34EE9}" destId="{DB4871B6-9B2E-4937-813D-EB4DC71F6DFB}" srcOrd="15" destOrd="0" presId="urn:microsoft.com/office/officeart/2005/8/layout/lProcess1"/>
    <dgm:cxn modelId="{53F83099-A9D9-4377-AF5C-AF32D09E6E49}" type="presParOf" srcId="{6D69FFFB-0AE0-4E17-837A-875B3AD34EE9}" destId="{445771DC-9E23-4E2B-924D-AF76E7B41DAB}" srcOrd="16" destOrd="0" presId="urn:microsoft.com/office/officeart/2005/8/layout/lProcess1"/>
    <dgm:cxn modelId="{001B9B3D-C8DA-4ECE-85BE-72D6F8AF1EEC}" type="presParOf" srcId="{6D69FFFB-0AE0-4E17-837A-875B3AD34EE9}" destId="{1F92E358-867D-4984-AF3A-9934F28A6F05}" srcOrd="17" destOrd="0" presId="urn:microsoft.com/office/officeart/2005/8/layout/lProcess1"/>
    <dgm:cxn modelId="{B77DA4C8-72D3-4D25-A478-8F95DBDA3BA2}" type="presParOf" srcId="{6D69FFFB-0AE0-4E17-837A-875B3AD34EE9}" destId="{ABC5FE71-987C-4673-8BDE-FD408459613C}" srcOrd="18" destOrd="0" presId="urn:microsoft.com/office/officeart/2005/8/layout/lProcess1"/>
    <dgm:cxn modelId="{9FE219B8-EAD6-4AAA-8333-69553241EED6}" type="presParOf" srcId="{6D69FFFB-0AE0-4E17-837A-875B3AD34EE9}" destId="{4834DB2C-60C9-4C74-B7C9-6F2B941A9C0A}" srcOrd="19" destOrd="0" presId="urn:microsoft.com/office/officeart/2005/8/layout/lProcess1"/>
    <dgm:cxn modelId="{7CDA5F90-8243-4FB5-9A48-4190C137DE67}" type="presParOf" srcId="{6D69FFFB-0AE0-4E17-837A-875B3AD34EE9}" destId="{1B536995-5272-49E1-90FD-91F8530C75C8}" srcOrd="20" destOrd="0" presId="urn:microsoft.com/office/officeart/2005/8/layout/lProcess1"/>
    <dgm:cxn modelId="{F1A9C585-F475-4EE2-AA34-A8AEA2B06479}" type="presParOf" srcId="{6D69FFFB-0AE0-4E17-837A-875B3AD34EE9}" destId="{9EB5AC6A-5BFC-441B-93AB-F271929FBD7B}" srcOrd="21" destOrd="0" presId="urn:microsoft.com/office/officeart/2005/8/layout/lProcess1"/>
    <dgm:cxn modelId="{44EB39BD-BEB9-4B3F-A873-C34E9C69DB24}" type="presParOf" srcId="{6D69FFFB-0AE0-4E17-837A-875B3AD34EE9}" destId="{EB5299E8-CF7F-48C7-855F-B877EEF13378}" srcOrd="22" destOrd="0" presId="urn:microsoft.com/office/officeart/2005/8/layout/lProcess1"/>
    <dgm:cxn modelId="{7F2AC3A1-988B-44EB-870C-1ABC667DEAE9}" type="presParOf" srcId="{2A42DDB5-E5AD-4D66-B385-DD0D36221CD5}" destId="{BEA7A1F8-6DAA-4F25-A3E2-6C6A7718010B}" srcOrd="9" destOrd="0" presId="urn:microsoft.com/office/officeart/2005/8/layout/lProcess1"/>
    <dgm:cxn modelId="{8CDC4476-3169-4146-8EF8-82BFDD764FF9}" type="presParOf" srcId="{2A42DDB5-E5AD-4D66-B385-DD0D36221CD5}" destId="{01A47A24-38A2-4A6E-8342-9B0F970F05C1}" srcOrd="10" destOrd="0" presId="urn:microsoft.com/office/officeart/2005/8/layout/lProcess1"/>
    <dgm:cxn modelId="{C64B47F8-1EDD-48E0-8906-60BA29D2F2B2}" type="presParOf" srcId="{01A47A24-38A2-4A6E-8342-9B0F970F05C1}" destId="{782D2BAD-394D-4F6A-91FC-767E6E6F237C}" srcOrd="0" destOrd="0" presId="urn:microsoft.com/office/officeart/2005/8/layout/lProcess1"/>
    <dgm:cxn modelId="{9899F8A2-EBAC-4826-84A4-45449D4B7558}" type="presParOf" srcId="{01A47A24-38A2-4A6E-8342-9B0F970F05C1}" destId="{17EEA49A-5CC3-4B20-8E76-7A4CD69058EF}" srcOrd="1" destOrd="0" presId="urn:microsoft.com/office/officeart/2005/8/layout/lProcess1"/>
    <dgm:cxn modelId="{E43DCC5A-102A-4486-ACFF-7ECEF27DF91D}" type="presParOf" srcId="{01A47A24-38A2-4A6E-8342-9B0F970F05C1}" destId="{D5212038-2CCE-44C9-B30B-16F310569120}" srcOrd="2" destOrd="0" presId="urn:microsoft.com/office/officeart/2005/8/layout/lProcess1"/>
    <dgm:cxn modelId="{8B596540-9F28-4707-908F-F070710F0E09}" type="presParOf" srcId="{01A47A24-38A2-4A6E-8342-9B0F970F05C1}" destId="{3009D573-EDCB-4BB4-A568-9E5EE6BFDAB7}" srcOrd="3" destOrd="0" presId="urn:microsoft.com/office/officeart/2005/8/layout/lProcess1"/>
    <dgm:cxn modelId="{567CD51B-6801-4519-BADF-C7BD462E03E9}" type="presParOf" srcId="{01A47A24-38A2-4A6E-8342-9B0F970F05C1}" destId="{73D3BD17-85A0-4E44-886E-40646256030C}" srcOrd="4" destOrd="0" presId="urn:microsoft.com/office/officeart/2005/8/layout/lProcess1"/>
    <dgm:cxn modelId="{EDCD62C1-A678-48AE-ADCD-F260E851759B}" type="presParOf" srcId="{01A47A24-38A2-4A6E-8342-9B0F970F05C1}" destId="{5C2CA7B5-8C40-49B7-AF9D-ACC87F690261}" srcOrd="5" destOrd="0" presId="urn:microsoft.com/office/officeart/2005/8/layout/lProcess1"/>
    <dgm:cxn modelId="{445FDBD2-CD54-429E-8EC5-D7BD6A9B5FCF}" type="presParOf" srcId="{01A47A24-38A2-4A6E-8342-9B0F970F05C1}" destId="{4DE409CF-5799-41A9-8327-B06EF31DFA38}" srcOrd="6" destOrd="0" presId="urn:microsoft.com/office/officeart/2005/8/layout/lProcess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060D64-DC78-424D-A95D-D05E219AC8B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A0776FE8-E713-4FBE-A2DD-F2B22FA2AB44}">
      <dgm:prSet phldrT="[Texto]"/>
      <dgm:spPr/>
      <dgm:t>
        <a:bodyPr/>
        <a:lstStyle/>
        <a:p>
          <a:r>
            <a:rPr lang="pt-BR" dirty="0" err="1" smtClean="0"/>
            <a:t>Monday</a:t>
          </a:r>
          <a:endParaRPr lang="en-US" dirty="0"/>
        </a:p>
      </dgm:t>
    </dgm:pt>
    <dgm:pt modelId="{702C0D2D-4FD4-480D-97A9-F19900A4A780}" type="parTrans" cxnId="{A7B47510-4D36-44A2-A510-448E28596C56}">
      <dgm:prSet/>
      <dgm:spPr/>
      <dgm:t>
        <a:bodyPr/>
        <a:lstStyle/>
        <a:p>
          <a:endParaRPr lang="en-US"/>
        </a:p>
      </dgm:t>
    </dgm:pt>
    <dgm:pt modelId="{ED8CE873-A71D-484C-A804-006DA4F7AE31}" type="sibTrans" cxnId="{A7B47510-4D36-44A2-A510-448E28596C56}">
      <dgm:prSet/>
      <dgm:spPr/>
      <dgm:t>
        <a:bodyPr/>
        <a:lstStyle/>
        <a:p>
          <a:endParaRPr lang="en-US"/>
        </a:p>
      </dgm:t>
    </dgm:pt>
    <dgm:pt modelId="{223E8443-379C-4A07-9F44-6ED20E73452E}">
      <dgm:prSet phldrT="[Texto]"/>
      <dgm:spPr/>
      <dgm:t>
        <a:bodyPr/>
        <a:lstStyle/>
        <a:p>
          <a:r>
            <a:rPr lang="en-US" b="0" i="0" dirty="0" smtClean="0">
              <a:hlinkClick xmlns:r="http://schemas.openxmlformats.org/officeDocument/2006/relationships" r:id="rId1"/>
            </a:rPr>
            <a:t>monday.com</a:t>
          </a:r>
          <a:r>
            <a:rPr lang="en-US" b="0" i="0" dirty="0" smtClean="0"/>
            <a:t> - Best agile planning tool. </a:t>
          </a:r>
          <a:endParaRPr lang="en-US" dirty="0"/>
        </a:p>
      </dgm:t>
    </dgm:pt>
    <dgm:pt modelId="{8EC509CA-1667-405F-ABA0-735B2555E8E4}" type="parTrans" cxnId="{76EED411-B690-46EC-84A8-F47D38F50D6E}">
      <dgm:prSet/>
      <dgm:spPr/>
      <dgm:t>
        <a:bodyPr/>
        <a:lstStyle/>
        <a:p>
          <a:endParaRPr lang="en-US"/>
        </a:p>
      </dgm:t>
    </dgm:pt>
    <dgm:pt modelId="{B4D85553-06A4-4322-99F8-33DC2D5D6C88}" type="sibTrans" cxnId="{76EED411-B690-46EC-84A8-F47D38F50D6E}">
      <dgm:prSet/>
      <dgm:spPr/>
      <dgm:t>
        <a:bodyPr/>
        <a:lstStyle/>
        <a:p>
          <a:endParaRPr lang="en-US"/>
        </a:p>
      </dgm:t>
    </dgm:pt>
    <dgm:pt modelId="{F1D1F456-D68F-4BBE-AD20-812FCE9CF8E7}">
      <dgm:prSet phldrT="[Texto]"/>
      <dgm:spPr/>
      <dgm:t>
        <a:bodyPr/>
        <a:lstStyle/>
        <a:p>
          <a:r>
            <a:rPr lang="en-US" b="0" i="0" dirty="0" smtClean="0"/>
            <a:t>multiple views (</a:t>
          </a:r>
          <a:r>
            <a:rPr lang="en-US" b="0" i="0" dirty="0" err="1" smtClean="0"/>
            <a:t>Kanban</a:t>
          </a:r>
          <a:r>
            <a:rPr lang="en-US" b="0" i="0" dirty="0" smtClean="0"/>
            <a:t> board, Gantt-style charts, list views)</a:t>
          </a:r>
          <a:endParaRPr lang="en-US" dirty="0"/>
        </a:p>
      </dgm:t>
    </dgm:pt>
    <dgm:pt modelId="{27978B02-AC68-4375-B905-DC35BF8C8328}" type="parTrans" cxnId="{307679D1-1E0F-4CEA-9841-B8F582C176E4}">
      <dgm:prSet/>
      <dgm:spPr/>
      <dgm:t>
        <a:bodyPr/>
        <a:lstStyle/>
        <a:p>
          <a:endParaRPr lang="en-US"/>
        </a:p>
      </dgm:t>
    </dgm:pt>
    <dgm:pt modelId="{FEE4F53C-A29F-444B-B264-AE3837113057}" type="sibTrans" cxnId="{307679D1-1E0F-4CEA-9841-B8F582C176E4}">
      <dgm:prSet/>
      <dgm:spPr/>
      <dgm:t>
        <a:bodyPr/>
        <a:lstStyle/>
        <a:p>
          <a:endParaRPr lang="en-US"/>
        </a:p>
      </dgm:t>
    </dgm:pt>
    <dgm:pt modelId="{AF4A6787-F14C-4A86-9FD0-28C6DC1471BC}">
      <dgm:prSet phldrT="[Texto]"/>
      <dgm:spPr/>
      <dgm:t>
        <a:bodyPr/>
        <a:lstStyle/>
        <a:p>
          <a:r>
            <a:rPr lang="pt-BR" dirty="0" err="1" smtClean="0"/>
            <a:t>Hive</a:t>
          </a:r>
          <a:endParaRPr lang="en-US" dirty="0"/>
        </a:p>
      </dgm:t>
    </dgm:pt>
    <dgm:pt modelId="{625C74DD-0D65-484C-881C-AE517D96C9C2}" type="parTrans" cxnId="{CDA65FC9-DD8F-4F4F-9557-01A6BC21F3CA}">
      <dgm:prSet/>
      <dgm:spPr/>
      <dgm:t>
        <a:bodyPr/>
        <a:lstStyle/>
        <a:p>
          <a:endParaRPr lang="en-US"/>
        </a:p>
      </dgm:t>
    </dgm:pt>
    <dgm:pt modelId="{0B14CDC8-42C1-4FBD-BC39-69065FE04AF0}" type="sibTrans" cxnId="{CDA65FC9-DD8F-4F4F-9557-01A6BC21F3CA}">
      <dgm:prSet/>
      <dgm:spPr/>
      <dgm:t>
        <a:bodyPr/>
        <a:lstStyle/>
        <a:p>
          <a:endParaRPr lang="en-US"/>
        </a:p>
      </dgm:t>
    </dgm:pt>
    <dgm:pt modelId="{C28C34A2-1C20-406E-8A8C-4B82FEF38898}">
      <dgm:prSet phldrT="[Texto]"/>
      <dgm:spPr/>
      <dgm:t>
        <a:bodyPr/>
        <a:lstStyle/>
        <a:p>
          <a:r>
            <a:rPr lang="en-US" b="0" i="0" dirty="0" smtClean="0">
              <a:hlinkClick xmlns:r="http://schemas.openxmlformats.org/officeDocument/2006/relationships" r:id="rId2"/>
            </a:rPr>
            <a:t>Hive</a:t>
          </a:r>
          <a:r>
            <a:rPr lang="en-US" b="0" i="0" dirty="0" smtClean="0"/>
            <a:t> - Agile project management tool with flexible views including </a:t>
          </a:r>
          <a:r>
            <a:rPr lang="en-US" b="0" i="0" dirty="0" err="1" smtClean="0"/>
            <a:t>KanbanHive</a:t>
          </a:r>
          <a:r>
            <a:rPr lang="en-US" b="0" i="0" dirty="0" smtClean="0"/>
            <a:t> </a:t>
          </a:r>
          <a:endParaRPr lang="en-US" dirty="0"/>
        </a:p>
      </dgm:t>
    </dgm:pt>
    <dgm:pt modelId="{469F0B7C-FFBC-477A-AE83-548EC31FC449}" type="parTrans" cxnId="{9B0A9D3C-7F91-4701-B009-ED3DF64D7BD6}">
      <dgm:prSet/>
      <dgm:spPr/>
      <dgm:t>
        <a:bodyPr/>
        <a:lstStyle/>
        <a:p>
          <a:endParaRPr lang="en-US"/>
        </a:p>
      </dgm:t>
    </dgm:pt>
    <dgm:pt modelId="{1438AA15-B8CB-4E10-80C8-1A555BD7031A}" type="sibTrans" cxnId="{9B0A9D3C-7F91-4701-B009-ED3DF64D7BD6}">
      <dgm:prSet/>
      <dgm:spPr/>
      <dgm:t>
        <a:bodyPr/>
        <a:lstStyle/>
        <a:p>
          <a:endParaRPr lang="en-US"/>
        </a:p>
      </dgm:t>
    </dgm:pt>
    <dgm:pt modelId="{64C5EB55-44EA-48D3-827E-B452BF06D4C7}">
      <dgm:prSet phldrT="[Texto]"/>
      <dgm:spPr/>
      <dgm:t>
        <a:bodyPr/>
        <a:lstStyle/>
        <a:p>
          <a:r>
            <a:rPr lang="en-US" b="0" i="0" dirty="0" smtClean="0"/>
            <a:t>is a project management tool and collaboration platform that powers companies like Starbucks, Google, Comcast, and Toyota.</a:t>
          </a:r>
          <a:endParaRPr lang="en-US" dirty="0"/>
        </a:p>
      </dgm:t>
    </dgm:pt>
    <dgm:pt modelId="{2391F1EB-847D-4797-9526-E3B1A0C69EFD}" type="parTrans" cxnId="{E7F00E8E-C05B-4C6E-8A9A-5A86BB4A56EA}">
      <dgm:prSet/>
      <dgm:spPr/>
      <dgm:t>
        <a:bodyPr/>
        <a:lstStyle/>
        <a:p>
          <a:endParaRPr lang="en-US"/>
        </a:p>
      </dgm:t>
    </dgm:pt>
    <dgm:pt modelId="{40C70520-4B0E-464C-A903-20D94A953633}" type="sibTrans" cxnId="{E7F00E8E-C05B-4C6E-8A9A-5A86BB4A56EA}">
      <dgm:prSet/>
      <dgm:spPr/>
      <dgm:t>
        <a:bodyPr/>
        <a:lstStyle/>
        <a:p>
          <a:endParaRPr lang="en-US"/>
        </a:p>
      </dgm:t>
    </dgm:pt>
    <dgm:pt modelId="{2A628C30-A864-423C-B338-BA26FA5C9D93}">
      <dgm:prSet phldrT="[Texto]"/>
      <dgm:spPr/>
      <dgm:t>
        <a:bodyPr/>
        <a:lstStyle/>
        <a:p>
          <a:r>
            <a:rPr lang="pt-BR" dirty="0" err="1" smtClean="0"/>
            <a:t>Nutcache</a:t>
          </a:r>
          <a:endParaRPr lang="en-US" dirty="0"/>
        </a:p>
      </dgm:t>
    </dgm:pt>
    <dgm:pt modelId="{65B3DB1F-4A95-4B89-B081-CCF332FA3126}" type="parTrans" cxnId="{372993D1-52B5-4AD6-AA3F-26428D3286B4}">
      <dgm:prSet/>
      <dgm:spPr/>
      <dgm:t>
        <a:bodyPr/>
        <a:lstStyle/>
        <a:p>
          <a:endParaRPr lang="en-US"/>
        </a:p>
      </dgm:t>
    </dgm:pt>
    <dgm:pt modelId="{96723F8C-446D-491C-B5FA-1DBB17493B32}" type="sibTrans" cxnId="{372993D1-52B5-4AD6-AA3F-26428D3286B4}">
      <dgm:prSet/>
      <dgm:spPr/>
      <dgm:t>
        <a:bodyPr/>
        <a:lstStyle/>
        <a:p>
          <a:endParaRPr lang="en-US"/>
        </a:p>
      </dgm:t>
    </dgm:pt>
    <dgm:pt modelId="{EFA3687A-0706-41DE-9848-D07078FE3C8C}">
      <dgm:prSet phldrT="[Texto]"/>
      <dgm:spPr/>
      <dgm:t>
        <a:bodyPr/>
        <a:lstStyle/>
        <a:p>
          <a:r>
            <a:rPr lang="en-US" b="0" i="0" dirty="0" err="1" smtClean="0">
              <a:hlinkClick xmlns:r="http://schemas.openxmlformats.org/officeDocument/2006/relationships" r:id="rId3"/>
            </a:rPr>
            <a:t>Nutcache</a:t>
          </a:r>
          <a:r>
            <a:rPr lang="en-US" b="0" i="0" dirty="0" smtClean="0"/>
            <a:t> - Best for flexibility to various agile methodologies</a:t>
          </a:r>
          <a:endParaRPr lang="en-US" dirty="0"/>
        </a:p>
      </dgm:t>
    </dgm:pt>
    <dgm:pt modelId="{01FB6FFC-C281-4240-B46C-829E3AD31344}" type="parTrans" cxnId="{7EA0C40D-A906-4163-8853-6CD2A5A57AE7}">
      <dgm:prSet/>
      <dgm:spPr/>
      <dgm:t>
        <a:bodyPr/>
        <a:lstStyle/>
        <a:p>
          <a:endParaRPr lang="en-US"/>
        </a:p>
      </dgm:t>
    </dgm:pt>
    <dgm:pt modelId="{9185510B-EA3D-43CF-BD84-53CB2B970376}" type="sibTrans" cxnId="{7EA0C40D-A906-4163-8853-6CD2A5A57AE7}">
      <dgm:prSet/>
      <dgm:spPr/>
      <dgm:t>
        <a:bodyPr/>
        <a:lstStyle/>
        <a:p>
          <a:endParaRPr lang="en-US"/>
        </a:p>
      </dgm:t>
    </dgm:pt>
    <dgm:pt modelId="{AE71CF8A-B067-49AE-96CA-076AF84C9A70}">
      <dgm:prSet phldrT="[Texto]"/>
      <dgm:spPr/>
      <dgm:t>
        <a:bodyPr/>
        <a:lstStyle/>
        <a:p>
          <a:r>
            <a:rPr lang="en-US" b="0" i="0" dirty="0" smtClean="0"/>
            <a:t>Hive has a large library of native integrations, including many standard tools like </a:t>
          </a:r>
          <a:r>
            <a:rPr lang="en-US" b="0" i="0" dirty="0" err="1" smtClean="0"/>
            <a:t>Salesforce</a:t>
          </a:r>
          <a:r>
            <a:rPr lang="en-US" b="0" i="0" dirty="0" smtClean="0"/>
            <a:t>, Slack, Microsoft Teams, </a:t>
          </a:r>
          <a:r>
            <a:rPr lang="en-US" b="0" i="0" dirty="0" err="1" smtClean="0"/>
            <a:t>OneDrive</a:t>
          </a:r>
          <a:r>
            <a:rPr lang="en-US" b="0" i="0" dirty="0" smtClean="0"/>
            <a:t>, Zoom, </a:t>
          </a:r>
          <a:r>
            <a:rPr lang="en-US" b="0" i="0" dirty="0" err="1" smtClean="0"/>
            <a:t>DropBox</a:t>
          </a:r>
          <a:r>
            <a:rPr lang="en-US" b="0" i="0" dirty="0" smtClean="0"/>
            <a:t>.</a:t>
          </a:r>
          <a:endParaRPr lang="en-US" dirty="0"/>
        </a:p>
      </dgm:t>
    </dgm:pt>
    <dgm:pt modelId="{AAA49A79-A96A-4833-BFEB-F3FEC384EE88}" type="parTrans" cxnId="{CA706D7E-C8B5-483F-ACBA-96AA1A7A4ED5}">
      <dgm:prSet/>
      <dgm:spPr/>
      <dgm:t>
        <a:bodyPr/>
        <a:lstStyle/>
        <a:p>
          <a:endParaRPr lang="en-US"/>
        </a:p>
      </dgm:t>
    </dgm:pt>
    <dgm:pt modelId="{E054AE76-495D-469F-843F-0F380F327222}" type="sibTrans" cxnId="{CA706D7E-C8B5-483F-ACBA-96AA1A7A4ED5}">
      <dgm:prSet/>
      <dgm:spPr/>
      <dgm:t>
        <a:bodyPr/>
        <a:lstStyle/>
        <a:p>
          <a:endParaRPr lang="en-US"/>
        </a:p>
      </dgm:t>
    </dgm:pt>
    <dgm:pt modelId="{A62889D3-6869-4A5B-836B-A4A270AAAE95}">
      <dgm:prSet phldrT="[Texto]"/>
      <dgm:spPr/>
      <dgm:t>
        <a:bodyPr/>
        <a:lstStyle/>
        <a:p>
          <a:r>
            <a:rPr lang="en-US" b="0" i="0" dirty="0" smtClean="0"/>
            <a:t>integrations include Slack, Google Drive, Gmail, Google Calendar, </a:t>
          </a:r>
          <a:r>
            <a:rPr lang="en-US" b="0" i="0" dirty="0" err="1" smtClean="0"/>
            <a:t>Jira</a:t>
          </a:r>
          <a:r>
            <a:rPr lang="en-US" b="0" i="0" dirty="0" smtClean="0"/>
            <a:t>, </a:t>
          </a:r>
          <a:r>
            <a:rPr lang="en-US" b="0" i="0" dirty="0" err="1" smtClean="0"/>
            <a:t>GitHub</a:t>
          </a:r>
          <a:r>
            <a:rPr lang="en-US" b="0" i="0" dirty="0" smtClean="0"/>
            <a:t>, </a:t>
          </a:r>
          <a:r>
            <a:rPr lang="en-US" b="0" i="0" dirty="0" err="1" smtClean="0"/>
            <a:t>Trello</a:t>
          </a:r>
          <a:r>
            <a:rPr lang="en-US" b="0" i="0" dirty="0" smtClean="0"/>
            <a:t>, </a:t>
          </a:r>
          <a:r>
            <a:rPr lang="en-US" b="0" i="0" dirty="0" err="1" smtClean="0"/>
            <a:t>Dropbox</a:t>
          </a:r>
          <a:r>
            <a:rPr lang="en-US" b="0" i="0" dirty="0" smtClean="0"/>
            <a:t>, </a:t>
          </a:r>
          <a:r>
            <a:rPr lang="en-US" b="0" i="0" dirty="0" err="1" smtClean="0"/>
            <a:t>Typeform</a:t>
          </a:r>
          <a:r>
            <a:rPr lang="en-US" b="0" i="0" dirty="0" smtClean="0"/>
            <a:t>, and many more that are accessible via </a:t>
          </a:r>
          <a:r>
            <a:rPr lang="en-US" b="0" i="0" dirty="0" err="1" smtClean="0"/>
            <a:t>Zapier</a:t>
          </a:r>
          <a:r>
            <a:rPr lang="en-US" b="0" i="0" dirty="0" smtClean="0"/>
            <a:t>.</a:t>
          </a:r>
          <a:endParaRPr lang="en-US" dirty="0"/>
        </a:p>
      </dgm:t>
    </dgm:pt>
    <dgm:pt modelId="{78B9A72C-8ADB-4842-902D-387AA74DCE81}" type="parTrans" cxnId="{A4D6828F-3D69-47A2-8916-5BEF5B46D246}">
      <dgm:prSet/>
      <dgm:spPr/>
      <dgm:t>
        <a:bodyPr/>
        <a:lstStyle/>
        <a:p>
          <a:endParaRPr lang="en-US"/>
        </a:p>
      </dgm:t>
    </dgm:pt>
    <dgm:pt modelId="{8C561C8A-7092-4393-8714-4ADD4D4B54DC}" type="sibTrans" cxnId="{A4D6828F-3D69-47A2-8916-5BEF5B46D246}">
      <dgm:prSet/>
      <dgm:spPr/>
      <dgm:t>
        <a:bodyPr/>
        <a:lstStyle/>
        <a:p>
          <a:endParaRPr lang="en-US"/>
        </a:p>
      </dgm:t>
    </dgm:pt>
    <dgm:pt modelId="{42D5525C-D4E3-406E-8508-82F6A0206E45}">
      <dgm:prSet phldrT="[Texto]"/>
      <dgm:spPr/>
      <dgm:t>
        <a:bodyPr/>
        <a:lstStyle/>
        <a:p>
          <a:r>
            <a:rPr lang="en-US" b="0" i="0" dirty="0" smtClean="0"/>
            <a:t>Integrations include </a:t>
          </a:r>
          <a:r>
            <a:rPr lang="en-US" b="0" i="0" dirty="0" err="1" smtClean="0"/>
            <a:t>Dynacom</a:t>
          </a:r>
          <a:r>
            <a:rPr lang="en-US" b="0" i="0" dirty="0" smtClean="0"/>
            <a:t> Accounting, PayPal, 2Checkout, Stripe, </a:t>
          </a:r>
          <a:r>
            <a:rPr lang="en-US" b="0" i="0" dirty="0" err="1" smtClean="0"/>
            <a:t>Authorized.Net</a:t>
          </a:r>
          <a:r>
            <a:rPr lang="en-US" b="0" i="0" dirty="0" smtClean="0"/>
            <a:t>, QuickBooks Online, Google Sign In, Google Drive, </a:t>
          </a:r>
          <a:r>
            <a:rPr lang="en-US" b="0" i="0" dirty="0" err="1" smtClean="0"/>
            <a:t>GitHub</a:t>
          </a:r>
          <a:r>
            <a:rPr lang="en-US" b="0" i="0" dirty="0" smtClean="0"/>
            <a:t>, Slack, and hundreds of other apps through </a:t>
          </a:r>
          <a:r>
            <a:rPr lang="en-US" b="0" i="0" dirty="0" err="1" smtClean="0"/>
            <a:t>Zapier</a:t>
          </a:r>
          <a:r>
            <a:rPr lang="en-US" b="0" i="0" dirty="0" smtClean="0"/>
            <a:t>.</a:t>
          </a:r>
          <a:endParaRPr lang="en-US" dirty="0"/>
        </a:p>
      </dgm:t>
    </dgm:pt>
    <dgm:pt modelId="{EF997FDD-D6B6-4759-95F7-343FF4FE5566}" type="parTrans" cxnId="{72172095-CA95-4307-A7EC-E5F4CF6B5174}">
      <dgm:prSet/>
      <dgm:spPr/>
      <dgm:t>
        <a:bodyPr/>
        <a:lstStyle/>
        <a:p>
          <a:endParaRPr lang="en-US"/>
        </a:p>
      </dgm:t>
    </dgm:pt>
    <dgm:pt modelId="{CBA7182A-892A-457A-9F9A-9FD0BB9427C5}" type="sibTrans" cxnId="{72172095-CA95-4307-A7EC-E5F4CF6B5174}">
      <dgm:prSet/>
      <dgm:spPr/>
      <dgm:t>
        <a:bodyPr/>
        <a:lstStyle/>
        <a:p>
          <a:endParaRPr lang="en-US"/>
        </a:p>
      </dgm:t>
    </dgm:pt>
    <dgm:pt modelId="{BA77813E-DC3C-4704-95B0-B19D556A5842}">
      <dgm:prSet phldrT="[Texto]"/>
      <dgm:spPr/>
      <dgm:t>
        <a:bodyPr/>
        <a:lstStyle/>
        <a:p>
          <a:r>
            <a:rPr lang="en-US" b="0" i="0" dirty="0" err="1" smtClean="0"/>
            <a:t>Wrike</a:t>
          </a:r>
          <a:endParaRPr lang="en-US" dirty="0"/>
        </a:p>
      </dgm:t>
    </dgm:pt>
    <dgm:pt modelId="{443EBBEE-16B5-4C8A-A4B5-77A79B739B5E}" type="parTrans" cxnId="{93CA824B-F2BA-408A-92F2-BB311A352EAF}">
      <dgm:prSet/>
      <dgm:spPr/>
      <dgm:t>
        <a:bodyPr/>
        <a:lstStyle/>
        <a:p>
          <a:endParaRPr lang="en-US"/>
        </a:p>
      </dgm:t>
    </dgm:pt>
    <dgm:pt modelId="{9CEDCCDE-B508-4980-B0EF-4799D09A8F10}" type="sibTrans" cxnId="{93CA824B-F2BA-408A-92F2-BB311A352EAF}">
      <dgm:prSet/>
      <dgm:spPr/>
      <dgm:t>
        <a:bodyPr/>
        <a:lstStyle/>
        <a:p>
          <a:endParaRPr lang="en-US"/>
        </a:p>
      </dgm:t>
    </dgm:pt>
    <dgm:pt modelId="{7DC2B32C-0C35-462B-B7DE-A71371B57B75}">
      <dgm:prSet/>
      <dgm:spPr/>
      <dgm:t>
        <a:bodyPr/>
        <a:lstStyle/>
        <a:p>
          <a:r>
            <a:rPr lang="en-US" b="0" i="0" dirty="0" err="1" smtClean="0"/>
            <a:t>Wrike’s</a:t>
          </a:r>
          <a:r>
            <a:rPr lang="en-US" b="0" i="0" dirty="0" smtClean="0"/>
            <a:t> simple interface enables users to switch between </a:t>
          </a:r>
          <a:r>
            <a:rPr lang="en-US" b="0" i="0" dirty="0" err="1" smtClean="0"/>
            <a:t>Kanban</a:t>
          </a:r>
          <a:r>
            <a:rPr lang="en-US" b="0" i="0" dirty="0" smtClean="0"/>
            <a:t> boards, interactive drag-and-drop Gantt charts, and workload views to visualize priorities. </a:t>
          </a:r>
          <a:endParaRPr lang="en-US" dirty="0"/>
        </a:p>
      </dgm:t>
    </dgm:pt>
    <dgm:pt modelId="{EAD61344-78F6-4952-A0B0-481699772E5D}" type="parTrans" cxnId="{27B486E1-A893-4794-BA78-80AB8C4B8EC1}">
      <dgm:prSet/>
      <dgm:spPr/>
      <dgm:t>
        <a:bodyPr/>
        <a:lstStyle/>
        <a:p>
          <a:endParaRPr lang="en-US"/>
        </a:p>
      </dgm:t>
    </dgm:pt>
    <dgm:pt modelId="{1701F7F1-3685-4710-8C30-79158EB9DADA}" type="sibTrans" cxnId="{27B486E1-A893-4794-BA78-80AB8C4B8EC1}">
      <dgm:prSet/>
      <dgm:spPr/>
      <dgm:t>
        <a:bodyPr/>
        <a:lstStyle/>
        <a:p>
          <a:endParaRPr lang="en-US"/>
        </a:p>
      </dgm:t>
    </dgm:pt>
    <dgm:pt modelId="{4A8F3426-67A6-42DE-9B6E-FAD89ED337B5}">
      <dgm:prSet/>
      <dgm:spPr/>
      <dgm:t>
        <a:bodyPr/>
        <a:lstStyle/>
        <a:p>
          <a:r>
            <a:rPr lang="en-US" b="0" i="0" dirty="0" smtClean="0"/>
            <a:t>The software offers more than 400 pre-built native integrations, including popular file management software from Microsoft, Google, and </a:t>
          </a:r>
          <a:r>
            <a:rPr lang="en-US" b="0" i="0" dirty="0" err="1" smtClean="0"/>
            <a:t>Dropbox</a:t>
          </a:r>
          <a:r>
            <a:rPr lang="en-US" b="0" i="0" dirty="0" smtClean="0"/>
            <a:t>, along with sales and marketing software from </a:t>
          </a:r>
          <a:r>
            <a:rPr lang="en-US" b="0" i="0" dirty="0" err="1" smtClean="0"/>
            <a:t>Salesforce</a:t>
          </a:r>
          <a:r>
            <a:rPr lang="en-US" b="0" i="0" dirty="0" smtClean="0"/>
            <a:t> and </a:t>
          </a:r>
          <a:r>
            <a:rPr lang="en-US" b="0" i="0" dirty="0" err="1" smtClean="0"/>
            <a:t>Marketo</a:t>
          </a:r>
          <a:r>
            <a:rPr lang="en-US" b="0" i="0" dirty="0" smtClean="0"/>
            <a:t>.</a:t>
          </a:r>
          <a:endParaRPr lang="en-US" dirty="0"/>
        </a:p>
      </dgm:t>
    </dgm:pt>
    <dgm:pt modelId="{C75FE793-7FA0-4F9E-A079-E1FE65432CFA}" type="parTrans" cxnId="{FD4369A9-F321-4AD5-9D69-A493FCE2FE92}">
      <dgm:prSet/>
      <dgm:spPr/>
      <dgm:t>
        <a:bodyPr/>
        <a:lstStyle/>
        <a:p>
          <a:endParaRPr lang="en-US"/>
        </a:p>
      </dgm:t>
    </dgm:pt>
    <dgm:pt modelId="{0535A6E4-8993-4504-944A-4E2147E1AB4A}" type="sibTrans" cxnId="{FD4369A9-F321-4AD5-9D69-A493FCE2FE92}">
      <dgm:prSet/>
      <dgm:spPr/>
      <dgm:t>
        <a:bodyPr/>
        <a:lstStyle/>
        <a:p>
          <a:endParaRPr lang="en-US"/>
        </a:p>
      </dgm:t>
    </dgm:pt>
    <dgm:pt modelId="{ED8175BC-0198-4CA7-92CC-0B1CC5D14A4B}" type="pres">
      <dgm:prSet presAssocID="{B0060D64-DC78-424D-A95D-D05E219AC8B5}" presName="Name0" presStyleCnt="0">
        <dgm:presLayoutVars>
          <dgm:dir/>
          <dgm:animLvl val="lvl"/>
          <dgm:resizeHandles val="exact"/>
        </dgm:presLayoutVars>
      </dgm:prSet>
      <dgm:spPr/>
      <dgm:t>
        <a:bodyPr/>
        <a:lstStyle/>
        <a:p>
          <a:endParaRPr lang="pt-BR"/>
        </a:p>
      </dgm:t>
    </dgm:pt>
    <dgm:pt modelId="{2AE550B8-2D47-4E9E-B6FE-4D37E63ED623}" type="pres">
      <dgm:prSet presAssocID="{A0776FE8-E713-4FBE-A2DD-F2B22FA2AB44}" presName="composite" presStyleCnt="0"/>
      <dgm:spPr/>
    </dgm:pt>
    <dgm:pt modelId="{855B2F71-C3D5-43A1-9339-DF15DD662CA1}" type="pres">
      <dgm:prSet presAssocID="{A0776FE8-E713-4FBE-A2DD-F2B22FA2AB44}" presName="parTx" presStyleLbl="alignNode1" presStyleIdx="0" presStyleCnt="4">
        <dgm:presLayoutVars>
          <dgm:chMax val="0"/>
          <dgm:chPref val="0"/>
          <dgm:bulletEnabled val="1"/>
        </dgm:presLayoutVars>
      </dgm:prSet>
      <dgm:spPr/>
      <dgm:t>
        <a:bodyPr/>
        <a:lstStyle/>
        <a:p>
          <a:endParaRPr lang="pt-BR"/>
        </a:p>
      </dgm:t>
    </dgm:pt>
    <dgm:pt modelId="{E6131F44-EA12-4724-9909-7F9142C9DD48}" type="pres">
      <dgm:prSet presAssocID="{A0776FE8-E713-4FBE-A2DD-F2B22FA2AB44}" presName="desTx" presStyleLbl="alignAccFollowNode1" presStyleIdx="0" presStyleCnt="4">
        <dgm:presLayoutVars>
          <dgm:bulletEnabled val="1"/>
        </dgm:presLayoutVars>
      </dgm:prSet>
      <dgm:spPr/>
      <dgm:t>
        <a:bodyPr/>
        <a:lstStyle/>
        <a:p>
          <a:endParaRPr lang="en-US"/>
        </a:p>
      </dgm:t>
    </dgm:pt>
    <dgm:pt modelId="{8FC1B719-F883-4629-87EF-0A23E00FEA4F}" type="pres">
      <dgm:prSet presAssocID="{ED8CE873-A71D-484C-A804-006DA4F7AE31}" presName="space" presStyleCnt="0"/>
      <dgm:spPr/>
    </dgm:pt>
    <dgm:pt modelId="{00F8148E-BF68-40BB-96D7-B33964D437EA}" type="pres">
      <dgm:prSet presAssocID="{AF4A6787-F14C-4A86-9FD0-28C6DC1471BC}" presName="composite" presStyleCnt="0"/>
      <dgm:spPr/>
    </dgm:pt>
    <dgm:pt modelId="{4FE42997-D4C8-4F23-A85F-84DD6BA104A1}" type="pres">
      <dgm:prSet presAssocID="{AF4A6787-F14C-4A86-9FD0-28C6DC1471BC}" presName="parTx" presStyleLbl="alignNode1" presStyleIdx="1" presStyleCnt="4">
        <dgm:presLayoutVars>
          <dgm:chMax val="0"/>
          <dgm:chPref val="0"/>
          <dgm:bulletEnabled val="1"/>
        </dgm:presLayoutVars>
      </dgm:prSet>
      <dgm:spPr/>
      <dgm:t>
        <a:bodyPr/>
        <a:lstStyle/>
        <a:p>
          <a:endParaRPr lang="pt-BR"/>
        </a:p>
      </dgm:t>
    </dgm:pt>
    <dgm:pt modelId="{24A0B0D8-61AD-42AA-9391-28C7DF3F5A9A}" type="pres">
      <dgm:prSet presAssocID="{AF4A6787-F14C-4A86-9FD0-28C6DC1471BC}" presName="desTx" presStyleLbl="alignAccFollowNode1" presStyleIdx="1" presStyleCnt="4">
        <dgm:presLayoutVars>
          <dgm:bulletEnabled val="1"/>
        </dgm:presLayoutVars>
      </dgm:prSet>
      <dgm:spPr/>
      <dgm:t>
        <a:bodyPr/>
        <a:lstStyle/>
        <a:p>
          <a:endParaRPr lang="en-US"/>
        </a:p>
      </dgm:t>
    </dgm:pt>
    <dgm:pt modelId="{EF61F331-7149-4648-847A-8C5DF8857AF9}" type="pres">
      <dgm:prSet presAssocID="{0B14CDC8-42C1-4FBD-BC39-69065FE04AF0}" presName="space" presStyleCnt="0"/>
      <dgm:spPr/>
    </dgm:pt>
    <dgm:pt modelId="{99DFC8B2-4CD5-4586-A6FF-AF51F5E8D787}" type="pres">
      <dgm:prSet presAssocID="{BA77813E-DC3C-4704-95B0-B19D556A5842}" presName="composite" presStyleCnt="0"/>
      <dgm:spPr/>
    </dgm:pt>
    <dgm:pt modelId="{09FBAB78-F833-4C90-86E1-634D213A95A7}" type="pres">
      <dgm:prSet presAssocID="{BA77813E-DC3C-4704-95B0-B19D556A5842}" presName="parTx" presStyleLbl="alignNode1" presStyleIdx="2" presStyleCnt="4">
        <dgm:presLayoutVars>
          <dgm:chMax val="0"/>
          <dgm:chPref val="0"/>
          <dgm:bulletEnabled val="1"/>
        </dgm:presLayoutVars>
      </dgm:prSet>
      <dgm:spPr/>
      <dgm:t>
        <a:bodyPr/>
        <a:lstStyle/>
        <a:p>
          <a:endParaRPr lang="en-US"/>
        </a:p>
      </dgm:t>
    </dgm:pt>
    <dgm:pt modelId="{9DF6E29A-82F2-418A-B0F5-9D5313428787}" type="pres">
      <dgm:prSet presAssocID="{BA77813E-DC3C-4704-95B0-B19D556A5842}" presName="desTx" presStyleLbl="alignAccFollowNode1" presStyleIdx="2" presStyleCnt="4">
        <dgm:presLayoutVars>
          <dgm:bulletEnabled val="1"/>
        </dgm:presLayoutVars>
      </dgm:prSet>
      <dgm:spPr/>
      <dgm:t>
        <a:bodyPr/>
        <a:lstStyle/>
        <a:p>
          <a:endParaRPr lang="en-US"/>
        </a:p>
      </dgm:t>
    </dgm:pt>
    <dgm:pt modelId="{30AEF61A-7BB5-494C-B1C5-8332796AD2D0}" type="pres">
      <dgm:prSet presAssocID="{9CEDCCDE-B508-4980-B0EF-4799D09A8F10}" presName="space" presStyleCnt="0"/>
      <dgm:spPr/>
    </dgm:pt>
    <dgm:pt modelId="{0E5F2F97-1EBB-4C40-ADDC-EF9D1439307F}" type="pres">
      <dgm:prSet presAssocID="{2A628C30-A864-423C-B338-BA26FA5C9D93}" presName="composite" presStyleCnt="0"/>
      <dgm:spPr/>
    </dgm:pt>
    <dgm:pt modelId="{979CABFA-A675-485D-BEA0-6E1BA71EC7FE}" type="pres">
      <dgm:prSet presAssocID="{2A628C30-A864-423C-B338-BA26FA5C9D93}" presName="parTx" presStyleLbl="alignNode1" presStyleIdx="3" presStyleCnt="4">
        <dgm:presLayoutVars>
          <dgm:chMax val="0"/>
          <dgm:chPref val="0"/>
          <dgm:bulletEnabled val="1"/>
        </dgm:presLayoutVars>
      </dgm:prSet>
      <dgm:spPr/>
      <dgm:t>
        <a:bodyPr/>
        <a:lstStyle/>
        <a:p>
          <a:endParaRPr lang="pt-BR"/>
        </a:p>
      </dgm:t>
    </dgm:pt>
    <dgm:pt modelId="{B231DB86-A7D0-49EF-805D-F39E64853066}" type="pres">
      <dgm:prSet presAssocID="{2A628C30-A864-423C-B338-BA26FA5C9D93}" presName="desTx" presStyleLbl="alignAccFollowNode1" presStyleIdx="3" presStyleCnt="4">
        <dgm:presLayoutVars>
          <dgm:bulletEnabled val="1"/>
        </dgm:presLayoutVars>
      </dgm:prSet>
      <dgm:spPr/>
      <dgm:t>
        <a:bodyPr/>
        <a:lstStyle/>
        <a:p>
          <a:endParaRPr lang="en-US"/>
        </a:p>
      </dgm:t>
    </dgm:pt>
  </dgm:ptLst>
  <dgm:cxnLst>
    <dgm:cxn modelId="{72172095-CA95-4307-A7EC-E5F4CF6B5174}" srcId="{2A628C30-A864-423C-B338-BA26FA5C9D93}" destId="{42D5525C-D4E3-406E-8508-82F6A0206E45}" srcOrd="1" destOrd="0" parTransId="{EF997FDD-D6B6-4759-95F7-343FF4FE5566}" sibTransId="{CBA7182A-892A-457A-9F9A-9FD0BB9427C5}"/>
    <dgm:cxn modelId="{A7B47510-4D36-44A2-A510-448E28596C56}" srcId="{B0060D64-DC78-424D-A95D-D05E219AC8B5}" destId="{A0776FE8-E713-4FBE-A2DD-F2B22FA2AB44}" srcOrd="0" destOrd="0" parTransId="{702C0D2D-4FD4-480D-97A9-F19900A4A780}" sibTransId="{ED8CE873-A71D-484C-A804-006DA4F7AE31}"/>
    <dgm:cxn modelId="{93A45C5F-2F7C-4E42-B2EA-F6F0ECC6755D}" type="presOf" srcId="{A62889D3-6869-4A5B-836B-A4A270AAAE95}" destId="{E6131F44-EA12-4724-9909-7F9142C9DD48}" srcOrd="0" destOrd="2" presId="urn:microsoft.com/office/officeart/2005/8/layout/hList1"/>
    <dgm:cxn modelId="{307679D1-1E0F-4CEA-9841-B8F582C176E4}" srcId="{A0776FE8-E713-4FBE-A2DD-F2B22FA2AB44}" destId="{F1D1F456-D68F-4BBE-AD20-812FCE9CF8E7}" srcOrd="1" destOrd="0" parTransId="{27978B02-AC68-4375-B905-DC35BF8C8328}" sibTransId="{FEE4F53C-A29F-444B-B264-AE3837113057}"/>
    <dgm:cxn modelId="{A4D6828F-3D69-47A2-8916-5BEF5B46D246}" srcId="{A0776FE8-E713-4FBE-A2DD-F2B22FA2AB44}" destId="{A62889D3-6869-4A5B-836B-A4A270AAAE95}" srcOrd="2" destOrd="0" parTransId="{78B9A72C-8ADB-4842-902D-387AA74DCE81}" sibTransId="{8C561C8A-7092-4393-8714-4ADD4D4B54DC}"/>
    <dgm:cxn modelId="{021126BF-F31F-4817-AC88-4037950296B9}" type="presOf" srcId="{223E8443-379C-4A07-9F44-6ED20E73452E}" destId="{E6131F44-EA12-4724-9909-7F9142C9DD48}" srcOrd="0" destOrd="0" presId="urn:microsoft.com/office/officeart/2005/8/layout/hList1"/>
    <dgm:cxn modelId="{347CEF0A-D20C-492F-B208-ABE2CD0480F3}" type="presOf" srcId="{4A8F3426-67A6-42DE-9B6E-FAD89ED337B5}" destId="{9DF6E29A-82F2-418A-B0F5-9D5313428787}" srcOrd="0" destOrd="1" presId="urn:microsoft.com/office/officeart/2005/8/layout/hList1"/>
    <dgm:cxn modelId="{E7F00E8E-C05B-4C6E-8A9A-5A86BB4A56EA}" srcId="{AF4A6787-F14C-4A86-9FD0-28C6DC1471BC}" destId="{64C5EB55-44EA-48D3-827E-B452BF06D4C7}" srcOrd="1" destOrd="0" parTransId="{2391F1EB-847D-4797-9526-E3B1A0C69EFD}" sibTransId="{40C70520-4B0E-464C-A903-20D94A953633}"/>
    <dgm:cxn modelId="{F721CB01-D7D3-4BD3-8A1A-5A4579186E78}" type="presOf" srcId="{EFA3687A-0706-41DE-9848-D07078FE3C8C}" destId="{B231DB86-A7D0-49EF-805D-F39E64853066}" srcOrd="0" destOrd="0" presId="urn:microsoft.com/office/officeart/2005/8/layout/hList1"/>
    <dgm:cxn modelId="{372993D1-52B5-4AD6-AA3F-26428D3286B4}" srcId="{B0060D64-DC78-424D-A95D-D05E219AC8B5}" destId="{2A628C30-A864-423C-B338-BA26FA5C9D93}" srcOrd="3" destOrd="0" parTransId="{65B3DB1F-4A95-4B89-B081-CCF332FA3126}" sibTransId="{96723F8C-446D-491C-B5FA-1DBB17493B32}"/>
    <dgm:cxn modelId="{27B486E1-A893-4794-BA78-80AB8C4B8EC1}" srcId="{BA77813E-DC3C-4704-95B0-B19D556A5842}" destId="{7DC2B32C-0C35-462B-B7DE-A71371B57B75}" srcOrd="0" destOrd="0" parTransId="{EAD61344-78F6-4952-A0B0-481699772E5D}" sibTransId="{1701F7F1-3685-4710-8C30-79158EB9DADA}"/>
    <dgm:cxn modelId="{2C75A075-6069-412A-BBEA-A0FDBA2F12A0}" type="presOf" srcId="{F1D1F456-D68F-4BBE-AD20-812FCE9CF8E7}" destId="{E6131F44-EA12-4724-9909-7F9142C9DD48}" srcOrd="0" destOrd="1" presId="urn:microsoft.com/office/officeart/2005/8/layout/hList1"/>
    <dgm:cxn modelId="{7207F909-59C9-4F4B-96D6-5F4452370283}" type="presOf" srcId="{AF4A6787-F14C-4A86-9FD0-28C6DC1471BC}" destId="{4FE42997-D4C8-4F23-A85F-84DD6BA104A1}" srcOrd="0" destOrd="0" presId="urn:microsoft.com/office/officeart/2005/8/layout/hList1"/>
    <dgm:cxn modelId="{D2052137-595A-4199-BA25-ABBCBBB6664F}" type="presOf" srcId="{64C5EB55-44EA-48D3-827E-B452BF06D4C7}" destId="{24A0B0D8-61AD-42AA-9391-28C7DF3F5A9A}" srcOrd="0" destOrd="1" presId="urn:microsoft.com/office/officeart/2005/8/layout/hList1"/>
    <dgm:cxn modelId="{7EA0C40D-A906-4163-8853-6CD2A5A57AE7}" srcId="{2A628C30-A864-423C-B338-BA26FA5C9D93}" destId="{EFA3687A-0706-41DE-9848-D07078FE3C8C}" srcOrd="0" destOrd="0" parTransId="{01FB6FFC-C281-4240-B46C-829E3AD31344}" sibTransId="{9185510B-EA3D-43CF-BD84-53CB2B970376}"/>
    <dgm:cxn modelId="{C675C294-7D2F-422F-A6EF-767684996D11}" type="presOf" srcId="{C28C34A2-1C20-406E-8A8C-4B82FEF38898}" destId="{24A0B0D8-61AD-42AA-9391-28C7DF3F5A9A}" srcOrd="0" destOrd="0" presId="urn:microsoft.com/office/officeart/2005/8/layout/hList1"/>
    <dgm:cxn modelId="{93CA824B-F2BA-408A-92F2-BB311A352EAF}" srcId="{B0060D64-DC78-424D-A95D-D05E219AC8B5}" destId="{BA77813E-DC3C-4704-95B0-B19D556A5842}" srcOrd="2" destOrd="0" parTransId="{443EBBEE-16B5-4C8A-A4B5-77A79B739B5E}" sibTransId="{9CEDCCDE-B508-4980-B0EF-4799D09A8F10}"/>
    <dgm:cxn modelId="{9B0A9D3C-7F91-4701-B009-ED3DF64D7BD6}" srcId="{AF4A6787-F14C-4A86-9FD0-28C6DC1471BC}" destId="{C28C34A2-1C20-406E-8A8C-4B82FEF38898}" srcOrd="0" destOrd="0" parTransId="{469F0B7C-FFBC-477A-AE83-548EC31FC449}" sibTransId="{1438AA15-B8CB-4E10-80C8-1A555BD7031A}"/>
    <dgm:cxn modelId="{76EED411-B690-46EC-84A8-F47D38F50D6E}" srcId="{A0776FE8-E713-4FBE-A2DD-F2B22FA2AB44}" destId="{223E8443-379C-4A07-9F44-6ED20E73452E}" srcOrd="0" destOrd="0" parTransId="{8EC509CA-1667-405F-ABA0-735B2555E8E4}" sibTransId="{B4D85553-06A4-4322-99F8-33DC2D5D6C88}"/>
    <dgm:cxn modelId="{CA706D7E-C8B5-483F-ACBA-96AA1A7A4ED5}" srcId="{AF4A6787-F14C-4A86-9FD0-28C6DC1471BC}" destId="{AE71CF8A-B067-49AE-96CA-076AF84C9A70}" srcOrd="2" destOrd="0" parTransId="{AAA49A79-A96A-4833-BFEB-F3FEC384EE88}" sibTransId="{E054AE76-495D-469F-843F-0F380F327222}"/>
    <dgm:cxn modelId="{3B9D47DF-BD34-4008-A155-6B3EF679DB51}" type="presOf" srcId="{42D5525C-D4E3-406E-8508-82F6A0206E45}" destId="{B231DB86-A7D0-49EF-805D-F39E64853066}" srcOrd="0" destOrd="1" presId="urn:microsoft.com/office/officeart/2005/8/layout/hList1"/>
    <dgm:cxn modelId="{B4E2DAFA-619F-4E9E-88FD-1C23FF3A1225}" type="presOf" srcId="{2A628C30-A864-423C-B338-BA26FA5C9D93}" destId="{979CABFA-A675-485D-BEA0-6E1BA71EC7FE}" srcOrd="0" destOrd="0" presId="urn:microsoft.com/office/officeart/2005/8/layout/hList1"/>
    <dgm:cxn modelId="{22D1F8AE-7611-437F-8E45-5F8F054EAABA}" type="presOf" srcId="{AE71CF8A-B067-49AE-96CA-076AF84C9A70}" destId="{24A0B0D8-61AD-42AA-9391-28C7DF3F5A9A}" srcOrd="0" destOrd="2" presId="urn:microsoft.com/office/officeart/2005/8/layout/hList1"/>
    <dgm:cxn modelId="{93AE3158-7268-405B-8E4B-39F1A4A270CE}" type="presOf" srcId="{BA77813E-DC3C-4704-95B0-B19D556A5842}" destId="{09FBAB78-F833-4C90-86E1-634D213A95A7}" srcOrd="0" destOrd="0" presId="urn:microsoft.com/office/officeart/2005/8/layout/hList1"/>
    <dgm:cxn modelId="{B87FB7E8-EF1C-40B3-80B3-F0E2F2BA03BC}" type="presOf" srcId="{7DC2B32C-0C35-462B-B7DE-A71371B57B75}" destId="{9DF6E29A-82F2-418A-B0F5-9D5313428787}" srcOrd="0" destOrd="0" presId="urn:microsoft.com/office/officeart/2005/8/layout/hList1"/>
    <dgm:cxn modelId="{BA761BC9-5770-472B-9377-16BE802E07A0}" type="presOf" srcId="{A0776FE8-E713-4FBE-A2DD-F2B22FA2AB44}" destId="{855B2F71-C3D5-43A1-9339-DF15DD662CA1}" srcOrd="0" destOrd="0" presId="urn:microsoft.com/office/officeart/2005/8/layout/hList1"/>
    <dgm:cxn modelId="{FD4369A9-F321-4AD5-9D69-A493FCE2FE92}" srcId="{BA77813E-DC3C-4704-95B0-B19D556A5842}" destId="{4A8F3426-67A6-42DE-9B6E-FAD89ED337B5}" srcOrd="1" destOrd="0" parTransId="{C75FE793-7FA0-4F9E-A079-E1FE65432CFA}" sibTransId="{0535A6E4-8993-4504-944A-4E2147E1AB4A}"/>
    <dgm:cxn modelId="{CDA65FC9-DD8F-4F4F-9557-01A6BC21F3CA}" srcId="{B0060D64-DC78-424D-A95D-D05E219AC8B5}" destId="{AF4A6787-F14C-4A86-9FD0-28C6DC1471BC}" srcOrd="1" destOrd="0" parTransId="{625C74DD-0D65-484C-881C-AE517D96C9C2}" sibTransId="{0B14CDC8-42C1-4FBD-BC39-69065FE04AF0}"/>
    <dgm:cxn modelId="{15D8FF47-C091-496C-8C12-9AE58355FBEB}" type="presOf" srcId="{B0060D64-DC78-424D-A95D-D05E219AC8B5}" destId="{ED8175BC-0198-4CA7-92CC-0B1CC5D14A4B}" srcOrd="0" destOrd="0" presId="urn:microsoft.com/office/officeart/2005/8/layout/hList1"/>
    <dgm:cxn modelId="{C40D806E-7F9F-4D56-9691-A1BCE4A084E0}" type="presParOf" srcId="{ED8175BC-0198-4CA7-92CC-0B1CC5D14A4B}" destId="{2AE550B8-2D47-4E9E-B6FE-4D37E63ED623}" srcOrd="0" destOrd="0" presId="urn:microsoft.com/office/officeart/2005/8/layout/hList1"/>
    <dgm:cxn modelId="{FDF1B962-CEB2-47F8-BAE0-ADD243509870}" type="presParOf" srcId="{2AE550B8-2D47-4E9E-B6FE-4D37E63ED623}" destId="{855B2F71-C3D5-43A1-9339-DF15DD662CA1}" srcOrd="0" destOrd="0" presId="urn:microsoft.com/office/officeart/2005/8/layout/hList1"/>
    <dgm:cxn modelId="{22962EA4-9993-4861-BBF0-03D6A9A49822}" type="presParOf" srcId="{2AE550B8-2D47-4E9E-B6FE-4D37E63ED623}" destId="{E6131F44-EA12-4724-9909-7F9142C9DD48}" srcOrd="1" destOrd="0" presId="urn:microsoft.com/office/officeart/2005/8/layout/hList1"/>
    <dgm:cxn modelId="{0DAA458E-36FB-4170-BF48-6B309FF6DEFB}" type="presParOf" srcId="{ED8175BC-0198-4CA7-92CC-0B1CC5D14A4B}" destId="{8FC1B719-F883-4629-87EF-0A23E00FEA4F}" srcOrd="1" destOrd="0" presId="urn:microsoft.com/office/officeart/2005/8/layout/hList1"/>
    <dgm:cxn modelId="{C87BD1B3-9896-4C96-904E-3526D611F195}" type="presParOf" srcId="{ED8175BC-0198-4CA7-92CC-0B1CC5D14A4B}" destId="{00F8148E-BF68-40BB-96D7-B33964D437EA}" srcOrd="2" destOrd="0" presId="urn:microsoft.com/office/officeart/2005/8/layout/hList1"/>
    <dgm:cxn modelId="{BF2583B1-F715-4F52-8A65-9840988A68FC}" type="presParOf" srcId="{00F8148E-BF68-40BB-96D7-B33964D437EA}" destId="{4FE42997-D4C8-4F23-A85F-84DD6BA104A1}" srcOrd="0" destOrd="0" presId="urn:microsoft.com/office/officeart/2005/8/layout/hList1"/>
    <dgm:cxn modelId="{568FE09D-1827-499C-A046-5050BC5B764F}" type="presParOf" srcId="{00F8148E-BF68-40BB-96D7-B33964D437EA}" destId="{24A0B0D8-61AD-42AA-9391-28C7DF3F5A9A}" srcOrd="1" destOrd="0" presId="urn:microsoft.com/office/officeart/2005/8/layout/hList1"/>
    <dgm:cxn modelId="{FCDAE17B-1839-478B-80D4-21D756A8A3B7}" type="presParOf" srcId="{ED8175BC-0198-4CA7-92CC-0B1CC5D14A4B}" destId="{EF61F331-7149-4648-847A-8C5DF8857AF9}" srcOrd="3" destOrd="0" presId="urn:microsoft.com/office/officeart/2005/8/layout/hList1"/>
    <dgm:cxn modelId="{3C25678E-BCA7-4AD6-A821-D31C4426E11E}" type="presParOf" srcId="{ED8175BC-0198-4CA7-92CC-0B1CC5D14A4B}" destId="{99DFC8B2-4CD5-4586-A6FF-AF51F5E8D787}" srcOrd="4" destOrd="0" presId="urn:microsoft.com/office/officeart/2005/8/layout/hList1"/>
    <dgm:cxn modelId="{154CB3AD-D6F3-4211-BAC1-40248797BDB5}" type="presParOf" srcId="{99DFC8B2-4CD5-4586-A6FF-AF51F5E8D787}" destId="{09FBAB78-F833-4C90-86E1-634D213A95A7}" srcOrd="0" destOrd="0" presId="urn:microsoft.com/office/officeart/2005/8/layout/hList1"/>
    <dgm:cxn modelId="{C8CB2F0C-AD49-47EC-AF6D-7E96FACAC55F}" type="presParOf" srcId="{99DFC8B2-4CD5-4586-A6FF-AF51F5E8D787}" destId="{9DF6E29A-82F2-418A-B0F5-9D5313428787}" srcOrd="1" destOrd="0" presId="urn:microsoft.com/office/officeart/2005/8/layout/hList1"/>
    <dgm:cxn modelId="{7EAB7664-F088-4B7F-B7DF-371AB79D131F}" type="presParOf" srcId="{ED8175BC-0198-4CA7-92CC-0B1CC5D14A4B}" destId="{30AEF61A-7BB5-494C-B1C5-8332796AD2D0}" srcOrd="5" destOrd="0" presId="urn:microsoft.com/office/officeart/2005/8/layout/hList1"/>
    <dgm:cxn modelId="{5DA2ADF2-C7A1-4AC0-96A7-BCF61D276965}" type="presParOf" srcId="{ED8175BC-0198-4CA7-92CC-0B1CC5D14A4B}" destId="{0E5F2F97-1EBB-4C40-ADDC-EF9D1439307F}" srcOrd="6" destOrd="0" presId="urn:microsoft.com/office/officeart/2005/8/layout/hList1"/>
    <dgm:cxn modelId="{3A3D7452-2F5C-414D-BBEE-338EAF81595E}" type="presParOf" srcId="{0E5F2F97-1EBB-4C40-ADDC-EF9D1439307F}" destId="{979CABFA-A675-485D-BEA0-6E1BA71EC7FE}" srcOrd="0" destOrd="0" presId="urn:microsoft.com/office/officeart/2005/8/layout/hList1"/>
    <dgm:cxn modelId="{D95AA4BE-BF36-4346-92C9-A065C1F131CB}" type="presParOf" srcId="{0E5F2F97-1EBB-4C40-ADDC-EF9D1439307F}" destId="{B231DB86-A7D0-49EF-805D-F39E64853066}" srcOrd="1" destOrd="0" presId="urn:microsoft.com/office/officeart/2005/8/layout/hLis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169DDCC-378C-4133-BD4E-E17B6664E527}">
      <dsp:nvSpPr>
        <dsp:cNvPr id="0" name=""/>
        <dsp:cNvSpPr/>
      </dsp:nvSpPr>
      <dsp:spPr>
        <a:xfrm>
          <a:off x="116364" y="2699"/>
          <a:ext cx="1295920" cy="3239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noProof="0" smtClean="0"/>
            <a:t>Product Backlog</a:t>
          </a:r>
          <a:endParaRPr lang="en-US" sz="1400" kern="1200" noProof="0"/>
        </a:p>
      </dsp:txBody>
      <dsp:txXfrm>
        <a:off x="116364" y="2699"/>
        <a:ext cx="1295920" cy="323980"/>
      </dsp:txXfrm>
    </dsp:sp>
    <dsp:sp modelId="{408D565F-CE66-4D55-9504-18B98234A684}">
      <dsp:nvSpPr>
        <dsp:cNvPr id="0" name=""/>
        <dsp:cNvSpPr/>
      </dsp:nvSpPr>
      <dsp:spPr>
        <a:xfrm rot="5400000">
          <a:off x="735977" y="355027"/>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D86EEA4-459E-4194-A3CB-575FA5352252}">
      <dsp:nvSpPr>
        <dsp:cNvPr id="0" name=""/>
        <dsp:cNvSpPr/>
      </dsp:nvSpPr>
      <dsp:spPr>
        <a:xfrm>
          <a:off x="116364" y="440072"/>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Created by the PO with the Team members.</a:t>
          </a:r>
          <a:endParaRPr lang="en-US" sz="1000" kern="1200" noProof="0"/>
        </a:p>
      </dsp:txBody>
      <dsp:txXfrm>
        <a:off x="116364" y="440072"/>
        <a:ext cx="1295920" cy="323980"/>
      </dsp:txXfrm>
    </dsp:sp>
    <dsp:sp modelId="{51CC5ADC-6AA3-4C20-A197-3043DB53D921}">
      <dsp:nvSpPr>
        <dsp:cNvPr id="0" name=""/>
        <dsp:cNvSpPr/>
      </dsp:nvSpPr>
      <dsp:spPr>
        <a:xfrm rot="5400000">
          <a:off x="735977" y="792401"/>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FE23132-F6AA-4EDF-B98C-C268BE9AD032}">
      <dsp:nvSpPr>
        <dsp:cNvPr id="0" name=""/>
        <dsp:cNvSpPr/>
      </dsp:nvSpPr>
      <dsp:spPr>
        <a:xfrm>
          <a:off x="116364" y="877445"/>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noProof="0" smtClean="0"/>
            <a:t> Product backlog should be progressively refined.</a:t>
          </a:r>
          <a:endParaRPr lang="en-US" sz="900" kern="1200" noProof="0"/>
        </a:p>
      </dsp:txBody>
      <dsp:txXfrm>
        <a:off x="116364" y="877445"/>
        <a:ext cx="1295920" cy="323980"/>
      </dsp:txXfrm>
    </dsp:sp>
    <dsp:sp modelId="{6A24C01D-EE2D-4C4A-A8F2-E8FFFE4C8ABE}">
      <dsp:nvSpPr>
        <dsp:cNvPr id="0" name=""/>
        <dsp:cNvSpPr/>
      </dsp:nvSpPr>
      <dsp:spPr>
        <a:xfrm rot="5400000">
          <a:off x="735977" y="1229774"/>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C0080AC-3BEC-493B-BFBE-31D2B78BF09D}">
      <dsp:nvSpPr>
        <dsp:cNvPr id="0" name=""/>
        <dsp:cNvSpPr/>
      </dsp:nvSpPr>
      <dsp:spPr>
        <a:xfrm>
          <a:off x="116364" y="1314819"/>
          <a:ext cx="1295920" cy="691986"/>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Once you have a bunch of user stories, you can work on prioritizing and estimating the effort.</a:t>
          </a:r>
          <a:endParaRPr lang="en-US" sz="1000" kern="1200" noProof="0"/>
        </a:p>
      </dsp:txBody>
      <dsp:txXfrm>
        <a:off x="116364" y="1314819"/>
        <a:ext cx="1295920" cy="691986"/>
      </dsp:txXfrm>
    </dsp:sp>
    <dsp:sp modelId="{3723B3D5-0EEF-42C8-995C-9ED0F6621AFB}">
      <dsp:nvSpPr>
        <dsp:cNvPr id="0" name=""/>
        <dsp:cNvSpPr/>
      </dsp:nvSpPr>
      <dsp:spPr>
        <a:xfrm rot="5400000">
          <a:off x="735977" y="2035153"/>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3A10AFE-D330-49FE-9376-952FD6CE2801}">
      <dsp:nvSpPr>
        <dsp:cNvPr id="0" name=""/>
        <dsp:cNvSpPr/>
      </dsp:nvSpPr>
      <dsp:spPr>
        <a:xfrm>
          <a:off x="116364" y="2120198"/>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noProof="0" smtClean="0"/>
            <a:t>Story Points are the most common unit of measure </a:t>
          </a:r>
          <a:endParaRPr lang="en-US" sz="900" kern="1200" noProof="0"/>
        </a:p>
      </dsp:txBody>
      <dsp:txXfrm>
        <a:off x="116364" y="2120198"/>
        <a:ext cx="1295920" cy="323980"/>
      </dsp:txXfrm>
    </dsp:sp>
    <dsp:sp modelId="{80924BD3-F2A9-4D98-BCD6-2AE3C589FEFA}">
      <dsp:nvSpPr>
        <dsp:cNvPr id="0" name=""/>
        <dsp:cNvSpPr/>
      </dsp:nvSpPr>
      <dsp:spPr>
        <a:xfrm rot="5400000">
          <a:off x="735977" y="2472526"/>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ADDF02D-F36C-49F6-AA73-D5CAC6D90ED3}">
      <dsp:nvSpPr>
        <dsp:cNvPr id="0" name=""/>
        <dsp:cNvSpPr/>
      </dsp:nvSpPr>
      <dsp:spPr>
        <a:xfrm>
          <a:off x="116364" y="2557571"/>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noProof="0" smtClean="0"/>
            <a:t>Historical Velocity Forms the Basis for Committing</a:t>
          </a:r>
          <a:endParaRPr lang="en-US" sz="900" kern="1200" noProof="0"/>
        </a:p>
      </dsp:txBody>
      <dsp:txXfrm>
        <a:off x="116364" y="2557571"/>
        <a:ext cx="1295920" cy="323980"/>
      </dsp:txXfrm>
    </dsp:sp>
    <dsp:sp modelId="{DFA481F0-10CF-4448-9EF6-FDB78DE7FCD3}">
      <dsp:nvSpPr>
        <dsp:cNvPr id="0" name=""/>
        <dsp:cNvSpPr/>
      </dsp:nvSpPr>
      <dsp:spPr>
        <a:xfrm rot="5400000">
          <a:off x="735977" y="2909900"/>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868B3C8-6B45-45F9-AFA2-9B4B9F12E8E9}">
      <dsp:nvSpPr>
        <dsp:cNvPr id="0" name=""/>
        <dsp:cNvSpPr/>
      </dsp:nvSpPr>
      <dsp:spPr>
        <a:xfrm>
          <a:off x="116364" y="2994944"/>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endParaRPr lang="en-US" sz="1000" kern="1200" noProof="0"/>
        </a:p>
      </dsp:txBody>
      <dsp:txXfrm>
        <a:off x="116364" y="2994944"/>
        <a:ext cx="1295920" cy="323980"/>
      </dsp:txXfrm>
    </dsp:sp>
    <dsp:sp modelId="{A8792FB1-86C8-48D9-B70E-FB57DAB853DE}">
      <dsp:nvSpPr>
        <dsp:cNvPr id="0" name=""/>
        <dsp:cNvSpPr/>
      </dsp:nvSpPr>
      <dsp:spPr>
        <a:xfrm>
          <a:off x="1593714" y="2699"/>
          <a:ext cx="1295920" cy="3239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noProof="0" smtClean="0"/>
            <a:t>Sprint Planning</a:t>
          </a:r>
          <a:endParaRPr lang="en-US" sz="1400" kern="1200" noProof="0"/>
        </a:p>
      </dsp:txBody>
      <dsp:txXfrm>
        <a:off x="1593714" y="2699"/>
        <a:ext cx="1295920" cy="323980"/>
      </dsp:txXfrm>
    </dsp:sp>
    <dsp:sp modelId="{6B08D36C-3F7B-4775-8C1D-40B5EA9F22D5}">
      <dsp:nvSpPr>
        <dsp:cNvPr id="0" name=""/>
        <dsp:cNvSpPr/>
      </dsp:nvSpPr>
      <dsp:spPr>
        <a:xfrm rot="5400000">
          <a:off x="2213326" y="355027"/>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1716DC0-67AE-4340-96F4-AE116EDA01E6}">
      <dsp:nvSpPr>
        <dsp:cNvPr id="0" name=""/>
        <dsp:cNvSpPr/>
      </dsp:nvSpPr>
      <dsp:spPr>
        <a:xfrm>
          <a:off x="1593714" y="440072"/>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Priorizing the Product Backlog</a:t>
          </a:r>
          <a:endParaRPr lang="en-US" sz="1000" kern="1200" noProof="0"/>
        </a:p>
      </dsp:txBody>
      <dsp:txXfrm>
        <a:off x="1593714" y="440072"/>
        <a:ext cx="1295920" cy="323980"/>
      </dsp:txXfrm>
    </dsp:sp>
    <dsp:sp modelId="{27599E8A-629D-46E7-9652-60425A00AF2A}">
      <dsp:nvSpPr>
        <dsp:cNvPr id="0" name=""/>
        <dsp:cNvSpPr/>
      </dsp:nvSpPr>
      <dsp:spPr>
        <a:xfrm rot="5400000">
          <a:off x="2213326" y="792401"/>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6AE5C49-1398-4CF5-896B-B4C546901659}">
      <dsp:nvSpPr>
        <dsp:cNvPr id="0" name=""/>
        <dsp:cNvSpPr/>
      </dsp:nvSpPr>
      <dsp:spPr>
        <a:xfrm>
          <a:off x="1593714" y="877445"/>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PO work closely with the Team</a:t>
          </a:r>
          <a:endParaRPr lang="en-US" sz="1000" kern="1200" noProof="0"/>
        </a:p>
      </dsp:txBody>
      <dsp:txXfrm>
        <a:off x="1593714" y="877445"/>
        <a:ext cx="1295920" cy="323980"/>
      </dsp:txXfrm>
    </dsp:sp>
    <dsp:sp modelId="{CD90F15F-56FC-443B-87CF-3BEB566A2146}">
      <dsp:nvSpPr>
        <dsp:cNvPr id="0" name=""/>
        <dsp:cNvSpPr/>
      </dsp:nvSpPr>
      <dsp:spPr>
        <a:xfrm rot="5400000">
          <a:off x="2213326" y="1229774"/>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6AA86AE-4307-43F5-9D71-AEB3E475A431}">
      <dsp:nvSpPr>
        <dsp:cNvPr id="0" name=""/>
        <dsp:cNvSpPr/>
      </dsp:nvSpPr>
      <dsp:spPr>
        <a:xfrm>
          <a:off x="1593714" y="1314819"/>
          <a:ext cx="1295920" cy="687505"/>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noProof="0" dirty="0" smtClean="0"/>
            <a:t>During sprint planning, the team plans the work of the coming sprint. Do not include selection of tasks by individuals</a:t>
          </a:r>
          <a:endParaRPr lang="en-US" sz="900" kern="1200" noProof="0" dirty="0"/>
        </a:p>
      </dsp:txBody>
      <dsp:txXfrm>
        <a:off x="1593714" y="1314819"/>
        <a:ext cx="1295920" cy="687505"/>
      </dsp:txXfrm>
    </dsp:sp>
    <dsp:sp modelId="{7BBB2E45-A299-4ADE-9EEB-F2511F53D6FC}">
      <dsp:nvSpPr>
        <dsp:cNvPr id="0" name=""/>
        <dsp:cNvSpPr/>
      </dsp:nvSpPr>
      <dsp:spPr>
        <a:xfrm rot="5400000">
          <a:off x="2213326" y="2030672"/>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0F9B289-2BD9-40D4-B752-B54086C40A04}">
      <dsp:nvSpPr>
        <dsp:cNvPr id="0" name=""/>
        <dsp:cNvSpPr/>
      </dsp:nvSpPr>
      <dsp:spPr>
        <a:xfrm>
          <a:off x="1593714" y="2115717"/>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noProof="0" smtClean="0"/>
            <a:t>Progressively Refine Plans</a:t>
          </a:r>
          <a:endParaRPr lang="en-US" sz="900" kern="1200" noProof="0"/>
        </a:p>
      </dsp:txBody>
      <dsp:txXfrm>
        <a:off x="1593714" y="2115717"/>
        <a:ext cx="1295920" cy="323980"/>
      </dsp:txXfrm>
    </dsp:sp>
    <dsp:sp modelId="{28556356-7022-4781-BE68-C7EE006AED97}">
      <dsp:nvSpPr>
        <dsp:cNvPr id="0" name=""/>
        <dsp:cNvSpPr/>
      </dsp:nvSpPr>
      <dsp:spPr>
        <a:xfrm rot="5400000">
          <a:off x="2213326" y="2468046"/>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5F1EAB7-1445-4E53-A61E-9DCB837A80BA}">
      <dsp:nvSpPr>
        <dsp:cNvPr id="0" name=""/>
        <dsp:cNvSpPr/>
      </dsp:nvSpPr>
      <dsp:spPr>
        <a:xfrm>
          <a:off x="1593714" y="2553090"/>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noProof="0" smtClean="0"/>
            <a:t> It minimizes the time investment. Planning is necessary</a:t>
          </a:r>
          <a:endParaRPr lang="en-US" sz="900" kern="1200" noProof="0"/>
        </a:p>
      </dsp:txBody>
      <dsp:txXfrm>
        <a:off x="1593714" y="2553090"/>
        <a:ext cx="1295920" cy="323980"/>
      </dsp:txXfrm>
    </dsp:sp>
    <dsp:sp modelId="{3B78A119-6851-4C01-89DD-30302B93049F}">
      <dsp:nvSpPr>
        <dsp:cNvPr id="0" name=""/>
        <dsp:cNvSpPr/>
      </dsp:nvSpPr>
      <dsp:spPr>
        <a:xfrm rot="5400000">
          <a:off x="2213326" y="2905419"/>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367026C-4090-4E7B-8AFD-171EEEB755DC}">
      <dsp:nvSpPr>
        <dsp:cNvPr id="0" name=""/>
        <dsp:cNvSpPr/>
      </dsp:nvSpPr>
      <dsp:spPr>
        <a:xfrm>
          <a:off x="1593714" y="2990464"/>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noProof="0" smtClean="0"/>
            <a:t>It allows decisions to be made at the optimal time. </a:t>
          </a:r>
          <a:endParaRPr lang="en-US" sz="900" kern="1200" noProof="0"/>
        </a:p>
      </dsp:txBody>
      <dsp:txXfrm>
        <a:off x="1593714" y="2990464"/>
        <a:ext cx="1295920" cy="323980"/>
      </dsp:txXfrm>
    </dsp:sp>
    <dsp:sp modelId="{6EFEF940-5282-411E-9F7D-BAE2B47D6ACC}">
      <dsp:nvSpPr>
        <dsp:cNvPr id="0" name=""/>
        <dsp:cNvSpPr/>
      </dsp:nvSpPr>
      <dsp:spPr>
        <a:xfrm>
          <a:off x="3071064" y="2699"/>
          <a:ext cx="1295920" cy="3239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noProof="0" smtClean="0"/>
            <a:t>Each Sprint</a:t>
          </a:r>
          <a:endParaRPr lang="en-US" sz="1400" kern="1200" noProof="0"/>
        </a:p>
      </dsp:txBody>
      <dsp:txXfrm>
        <a:off x="3071064" y="2699"/>
        <a:ext cx="1295920" cy="323980"/>
      </dsp:txXfrm>
    </dsp:sp>
    <dsp:sp modelId="{D0FC23D5-20D2-4E33-B13F-F683CEA310F2}">
      <dsp:nvSpPr>
        <dsp:cNvPr id="0" name=""/>
        <dsp:cNvSpPr/>
      </dsp:nvSpPr>
      <dsp:spPr>
        <a:xfrm rot="5400000">
          <a:off x="3690676" y="355027"/>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1BF3D68-C8D6-4CFF-9018-F27A9F4D27BC}">
      <dsp:nvSpPr>
        <dsp:cNvPr id="0" name=""/>
        <dsp:cNvSpPr/>
      </dsp:nvSpPr>
      <dsp:spPr>
        <a:xfrm>
          <a:off x="3071064" y="440072"/>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create something potentially shippable</a:t>
          </a:r>
          <a:endParaRPr lang="en-US" sz="1000" kern="1200" noProof="0"/>
        </a:p>
      </dsp:txBody>
      <dsp:txXfrm>
        <a:off x="3071064" y="440072"/>
        <a:ext cx="1295920" cy="323980"/>
      </dsp:txXfrm>
    </dsp:sp>
    <dsp:sp modelId="{72311689-40AC-4339-A4F8-BF1DC4905AC2}">
      <dsp:nvSpPr>
        <dsp:cNvPr id="0" name=""/>
        <dsp:cNvSpPr/>
      </dsp:nvSpPr>
      <dsp:spPr>
        <a:xfrm rot="5400000">
          <a:off x="3690676" y="792401"/>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C20DDD2-FA33-400A-B8CB-E3CEC3D009CD}">
      <dsp:nvSpPr>
        <dsp:cNvPr id="0" name=""/>
        <dsp:cNvSpPr/>
      </dsp:nvSpPr>
      <dsp:spPr>
        <a:xfrm>
          <a:off x="3071064" y="877445"/>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Working software encourages feedback.</a:t>
          </a:r>
          <a:endParaRPr lang="en-US" sz="1000" kern="1200" noProof="0"/>
        </a:p>
      </dsp:txBody>
      <dsp:txXfrm>
        <a:off x="3071064" y="877445"/>
        <a:ext cx="1295920" cy="323980"/>
      </dsp:txXfrm>
    </dsp:sp>
    <dsp:sp modelId="{A1174C72-23E7-46C6-927F-1BB60BCA24F4}">
      <dsp:nvSpPr>
        <dsp:cNvPr id="0" name=""/>
        <dsp:cNvSpPr/>
      </dsp:nvSpPr>
      <dsp:spPr>
        <a:xfrm rot="5400000">
          <a:off x="3690676" y="1229774"/>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75A82EA-53C2-4E85-B01B-F6A0E2188934}">
      <dsp:nvSpPr>
        <dsp:cNvPr id="0" name=""/>
        <dsp:cNvSpPr/>
      </dsp:nvSpPr>
      <dsp:spPr>
        <a:xfrm>
          <a:off x="3071064" y="1314819"/>
          <a:ext cx="1295920" cy="525087"/>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dirty="0" smtClean="0"/>
            <a:t>Working software helps a team gauge its progress.</a:t>
          </a:r>
          <a:endParaRPr lang="en-US" sz="1000" kern="1200" noProof="0" dirty="0"/>
        </a:p>
      </dsp:txBody>
      <dsp:txXfrm>
        <a:off x="3071064" y="1314819"/>
        <a:ext cx="1295920" cy="525087"/>
      </dsp:txXfrm>
    </dsp:sp>
    <dsp:sp modelId="{D2D6D3B9-E535-4B87-86A5-34237FC4EB76}">
      <dsp:nvSpPr>
        <dsp:cNvPr id="0" name=""/>
        <dsp:cNvSpPr/>
      </dsp:nvSpPr>
      <dsp:spPr>
        <a:xfrm rot="5400000">
          <a:off x="3690676" y="1868255"/>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783DAB6-3239-48B4-80D5-5B9EF7080ECB}">
      <dsp:nvSpPr>
        <dsp:cNvPr id="0" name=""/>
        <dsp:cNvSpPr/>
      </dsp:nvSpPr>
      <dsp:spPr>
        <a:xfrm>
          <a:off x="3071064" y="1953299"/>
          <a:ext cx="1295920" cy="557709"/>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noProof="0" dirty="0" smtClean="0"/>
            <a:t>We expect at each end of sprint new bug free features</a:t>
          </a:r>
          <a:endParaRPr lang="en-US" sz="900" kern="1200" noProof="0" dirty="0"/>
        </a:p>
      </dsp:txBody>
      <dsp:txXfrm>
        <a:off x="3071064" y="1953299"/>
        <a:ext cx="1295920" cy="557709"/>
      </dsp:txXfrm>
    </dsp:sp>
    <dsp:sp modelId="{6526D5F9-C7D2-48C3-B93F-8D2EAE432EBA}">
      <dsp:nvSpPr>
        <dsp:cNvPr id="0" name=""/>
        <dsp:cNvSpPr/>
      </dsp:nvSpPr>
      <dsp:spPr>
        <a:xfrm rot="5400000">
          <a:off x="3690676" y="2539357"/>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52DBBF3-4329-4838-A30A-2354C761B8BF}">
      <dsp:nvSpPr>
        <dsp:cNvPr id="0" name=""/>
        <dsp:cNvSpPr/>
      </dsp:nvSpPr>
      <dsp:spPr>
        <a:xfrm>
          <a:off x="3071064" y="2624402"/>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Potentially shippable means integrated</a:t>
          </a:r>
          <a:endParaRPr lang="en-US" sz="1000" kern="1200" noProof="0"/>
        </a:p>
      </dsp:txBody>
      <dsp:txXfrm>
        <a:off x="3071064" y="2624402"/>
        <a:ext cx="1295920" cy="323980"/>
      </dsp:txXfrm>
    </dsp:sp>
    <dsp:sp modelId="{F90BEA5B-24A7-4E61-91C2-AFB285DDF245}">
      <dsp:nvSpPr>
        <dsp:cNvPr id="0" name=""/>
        <dsp:cNvSpPr/>
      </dsp:nvSpPr>
      <dsp:spPr>
        <a:xfrm rot="5400000">
          <a:off x="3690676" y="2976730"/>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419096E-F8B4-4742-A237-1C6181459027}">
      <dsp:nvSpPr>
        <dsp:cNvPr id="0" name=""/>
        <dsp:cNvSpPr/>
      </dsp:nvSpPr>
      <dsp:spPr>
        <a:xfrm>
          <a:off x="3071064" y="3061775"/>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Task Board: makes Sprint backlog visible</a:t>
          </a:r>
          <a:endParaRPr lang="en-US" sz="1000" kern="1200" noProof="0"/>
        </a:p>
      </dsp:txBody>
      <dsp:txXfrm>
        <a:off x="3071064" y="3061775"/>
        <a:ext cx="1295920" cy="323980"/>
      </dsp:txXfrm>
    </dsp:sp>
    <dsp:sp modelId="{FD0C4707-6D8B-4EE3-BFC3-3F2C3DA591DA}">
      <dsp:nvSpPr>
        <dsp:cNvPr id="0" name=""/>
        <dsp:cNvSpPr/>
      </dsp:nvSpPr>
      <dsp:spPr>
        <a:xfrm>
          <a:off x="4548414" y="2699"/>
          <a:ext cx="1295920" cy="3239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noProof="0" smtClean="0"/>
            <a:t>Retrospective meeting</a:t>
          </a:r>
          <a:endParaRPr lang="en-US" sz="1200" kern="1200" noProof="0"/>
        </a:p>
      </dsp:txBody>
      <dsp:txXfrm>
        <a:off x="4548414" y="2699"/>
        <a:ext cx="1295920" cy="323980"/>
      </dsp:txXfrm>
    </dsp:sp>
    <dsp:sp modelId="{91953FB8-38A5-4ECB-829D-8EE47DAA2A01}">
      <dsp:nvSpPr>
        <dsp:cNvPr id="0" name=""/>
        <dsp:cNvSpPr/>
      </dsp:nvSpPr>
      <dsp:spPr>
        <a:xfrm rot="5400000">
          <a:off x="5168026" y="355027"/>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0ABE5F1-287B-4C90-A72D-E443B9D05AFB}">
      <dsp:nvSpPr>
        <dsp:cNvPr id="0" name=""/>
        <dsp:cNvSpPr/>
      </dsp:nvSpPr>
      <dsp:spPr>
        <a:xfrm>
          <a:off x="4548414" y="440072"/>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At the end of each Sprint.</a:t>
          </a:r>
          <a:endParaRPr lang="en-US" sz="1000" kern="1200" noProof="0"/>
        </a:p>
      </dsp:txBody>
      <dsp:txXfrm>
        <a:off x="4548414" y="440072"/>
        <a:ext cx="1295920" cy="323980"/>
      </dsp:txXfrm>
    </dsp:sp>
    <dsp:sp modelId="{016927B4-0DC4-4C32-8FF2-48BAC99F0D02}">
      <dsp:nvSpPr>
        <dsp:cNvPr id="0" name=""/>
        <dsp:cNvSpPr/>
      </dsp:nvSpPr>
      <dsp:spPr>
        <a:xfrm rot="5400000">
          <a:off x="5168026" y="792401"/>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684320D-04C9-49FB-A71E-AE6754258227}">
      <dsp:nvSpPr>
        <dsp:cNvPr id="0" name=""/>
        <dsp:cNvSpPr/>
      </dsp:nvSpPr>
      <dsp:spPr>
        <a:xfrm>
          <a:off x="4548414" y="877445"/>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endParaRPr lang="en-US" sz="1000" kern="1200" noProof="0"/>
        </a:p>
      </dsp:txBody>
      <dsp:txXfrm>
        <a:off x="4548414" y="877445"/>
        <a:ext cx="1295920" cy="323980"/>
      </dsp:txXfrm>
    </dsp:sp>
    <dsp:sp modelId="{30697D92-B2C5-4AD9-9694-9F10E97EA36C}">
      <dsp:nvSpPr>
        <dsp:cNvPr id="0" name=""/>
        <dsp:cNvSpPr/>
      </dsp:nvSpPr>
      <dsp:spPr>
        <a:xfrm>
          <a:off x="6025764" y="2699"/>
          <a:ext cx="1295920" cy="3239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noProof="0" smtClean="0"/>
            <a:t>Taks</a:t>
          </a:r>
          <a:endParaRPr lang="en-US" sz="1400" kern="1200" noProof="0"/>
        </a:p>
      </dsp:txBody>
      <dsp:txXfrm>
        <a:off x="6025764" y="2699"/>
        <a:ext cx="1295920" cy="323980"/>
      </dsp:txXfrm>
    </dsp:sp>
    <dsp:sp modelId="{C7E68EDA-AA16-41A4-90C3-FCB88EDBA9A1}">
      <dsp:nvSpPr>
        <dsp:cNvPr id="0" name=""/>
        <dsp:cNvSpPr/>
      </dsp:nvSpPr>
      <dsp:spPr>
        <a:xfrm rot="5400000">
          <a:off x="6645376" y="355027"/>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65ACA0B-C9E4-4445-81D0-E168E8932E18}">
      <dsp:nvSpPr>
        <dsp:cNvPr id="0" name=""/>
        <dsp:cNvSpPr/>
      </dsp:nvSpPr>
      <dsp:spPr>
        <a:xfrm>
          <a:off x="6025764" y="440072"/>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Design to Accommodate Change</a:t>
          </a:r>
          <a:endParaRPr lang="en-US" sz="1000" kern="1200" noProof="0"/>
        </a:p>
      </dsp:txBody>
      <dsp:txXfrm>
        <a:off x="6025764" y="440072"/>
        <a:ext cx="1295920" cy="323980"/>
      </dsp:txXfrm>
    </dsp:sp>
    <dsp:sp modelId="{72F9C801-71CB-4540-A530-E49D96F473F0}">
      <dsp:nvSpPr>
        <dsp:cNvPr id="0" name=""/>
        <dsp:cNvSpPr/>
      </dsp:nvSpPr>
      <dsp:spPr>
        <a:xfrm rot="5400000">
          <a:off x="6645376" y="792401"/>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64583D7-F728-4E05-A441-8591ECFEF029}">
      <dsp:nvSpPr>
        <dsp:cNvPr id="0" name=""/>
        <dsp:cNvSpPr/>
      </dsp:nvSpPr>
      <dsp:spPr>
        <a:xfrm>
          <a:off x="6025764" y="877445"/>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Test Driven development</a:t>
          </a:r>
          <a:endParaRPr lang="en-US" sz="1000" kern="1200" noProof="0"/>
        </a:p>
      </dsp:txBody>
      <dsp:txXfrm>
        <a:off x="6025764" y="877445"/>
        <a:ext cx="1295920" cy="323980"/>
      </dsp:txXfrm>
    </dsp:sp>
    <dsp:sp modelId="{F060940B-C2C8-4B33-9FA0-5BFD21264FA6}">
      <dsp:nvSpPr>
        <dsp:cNvPr id="0" name=""/>
        <dsp:cNvSpPr/>
      </dsp:nvSpPr>
      <dsp:spPr>
        <a:xfrm rot="5400000">
          <a:off x="6645376" y="1229774"/>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7F4606E-145B-4881-9EED-CCB040241023}">
      <dsp:nvSpPr>
        <dsp:cNvPr id="0" name=""/>
        <dsp:cNvSpPr/>
      </dsp:nvSpPr>
      <dsp:spPr>
        <a:xfrm>
          <a:off x="6025764" y="1314819"/>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Pair programming</a:t>
          </a:r>
          <a:endParaRPr lang="en-US" sz="1000" kern="1200" noProof="0"/>
        </a:p>
      </dsp:txBody>
      <dsp:txXfrm>
        <a:off x="6025764" y="1314819"/>
        <a:ext cx="1295920" cy="323980"/>
      </dsp:txXfrm>
    </dsp:sp>
    <dsp:sp modelId="{420079FC-D454-4D19-BF54-AB4CC37670F0}">
      <dsp:nvSpPr>
        <dsp:cNvPr id="0" name=""/>
        <dsp:cNvSpPr/>
      </dsp:nvSpPr>
      <dsp:spPr>
        <a:xfrm rot="5400000">
          <a:off x="6645376" y="1667147"/>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0E108A5-7BEC-4E0F-932E-142506EF92AB}">
      <dsp:nvSpPr>
        <dsp:cNvPr id="0" name=""/>
        <dsp:cNvSpPr/>
      </dsp:nvSpPr>
      <dsp:spPr>
        <a:xfrm>
          <a:off x="6025764" y="1752192"/>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Refactoring</a:t>
          </a:r>
          <a:endParaRPr lang="en-US" sz="1000" kern="1200" noProof="0"/>
        </a:p>
      </dsp:txBody>
      <dsp:txXfrm>
        <a:off x="6025764" y="1752192"/>
        <a:ext cx="1295920" cy="323980"/>
      </dsp:txXfrm>
    </dsp:sp>
    <dsp:sp modelId="{C1CC4C10-D808-412C-8EDB-5A047D817C5F}">
      <dsp:nvSpPr>
        <dsp:cNvPr id="0" name=""/>
        <dsp:cNvSpPr/>
      </dsp:nvSpPr>
      <dsp:spPr>
        <a:xfrm rot="5400000">
          <a:off x="6645376" y="2104520"/>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A563E65-EA29-4163-BF08-D91FC7AFAC00}">
      <dsp:nvSpPr>
        <dsp:cNvPr id="0" name=""/>
        <dsp:cNvSpPr/>
      </dsp:nvSpPr>
      <dsp:spPr>
        <a:xfrm>
          <a:off x="6025764" y="2189565"/>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Continuous intergration</a:t>
          </a:r>
          <a:endParaRPr lang="en-US" sz="1000" kern="1200" noProof="0"/>
        </a:p>
      </dsp:txBody>
      <dsp:txXfrm>
        <a:off x="6025764" y="2189565"/>
        <a:ext cx="1295920" cy="323980"/>
      </dsp:txXfrm>
    </dsp:sp>
    <dsp:sp modelId="{C395AE29-975C-4DCB-BAE0-438D8143C992}">
      <dsp:nvSpPr>
        <dsp:cNvPr id="0" name=""/>
        <dsp:cNvSpPr/>
      </dsp:nvSpPr>
      <dsp:spPr>
        <a:xfrm rot="5400000">
          <a:off x="6645376" y="2541894"/>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39C0A22-E121-4343-A72F-5617698E5229}">
      <dsp:nvSpPr>
        <dsp:cNvPr id="0" name=""/>
        <dsp:cNvSpPr/>
      </dsp:nvSpPr>
      <dsp:spPr>
        <a:xfrm>
          <a:off x="6025764" y="2626939"/>
          <a:ext cx="1295920" cy="634897"/>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en-US" sz="800" kern="1200" noProof="0" dirty="0" smtClean="0"/>
            <a:t>very short cycles of identifying and automating a failing test.</a:t>
          </a:r>
          <a:endParaRPr lang="en-US" sz="800" kern="1200" noProof="0" dirty="0"/>
        </a:p>
      </dsp:txBody>
      <dsp:txXfrm>
        <a:off x="6025764" y="2626939"/>
        <a:ext cx="1295920" cy="634897"/>
      </dsp:txXfrm>
    </dsp:sp>
    <dsp:sp modelId="{BB3D8E74-577A-48C0-ACCB-384D5BE3A732}">
      <dsp:nvSpPr>
        <dsp:cNvPr id="0" name=""/>
        <dsp:cNvSpPr/>
      </dsp:nvSpPr>
      <dsp:spPr>
        <a:xfrm rot="5400000">
          <a:off x="6645376" y="3290184"/>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630A0F9-B503-4C31-ABC8-BE38B68E85A7}">
      <dsp:nvSpPr>
        <dsp:cNvPr id="0" name=""/>
        <dsp:cNvSpPr/>
      </dsp:nvSpPr>
      <dsp:spPr>
        <a:xfrm>
          <a:off x="6025764" y="3375229"/>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Collective Ownership</a:t>
          </a:r>
          <a:endParaRPr lang="en-US" sz="1000" kern="1200" noProof="0"/>
        </a:p>
      </dsp:txBody>
      <dsp:txXfrm>
        <a:off x="6025764" y="3375229"/>
        <a:ext cx="1295920" cy="323980"/>
      </dsp:txXfrm>
    </dsp:sp>
    <dsp:sp modelId="{DB4871B6-9B2E-4937-813D-EB4DC71F6DFB}">
      <dsp:nvSpPr>
        <dsp:cNvPr id="0" name=""/>
        <dsp:cNvSpPr/>
      </dsp:nvSpPr>
      <dsp:spPr>
        <a:xfrm rot="5400000">
          <a:off x="6645376" y="3727558"/>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45771DC-9E23-4E2B-924D-AF76E7B41DAB}">
      <dsp:nvSpPr>
        <dsp:cNvPr id="0" name=""/>
        <dsp:cNvSpPr/>
      </dsp:nvSpPr>
      <dsp:spPr>
        <a:xfrm>
          <a:off x="6025764" y="3812602"/>
          <a:ext cx="1295920" cy="740599"/>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noProof="0" dirty="0" smtClean="0"/>
            <a:t>check in few times a day, a suite of regression tests over the entire application.</a:t>
          </a:r>
          <a:endParaRPr lang="en-US" sz="900" kern="1200" noProof="0" dirty="0"/>
        </a:p>
      </dsp:txBody>
      <dsp:txXfrm>
        <a:off x="6025764" y="3812602"/>
        <a:ext cx="1295920" cy="740599"/>
      </dsp:txXfrm>
    </dsp:sp>
    <dsp:sp modelId="{1F92E358-867D-4984-AF3A-9934F28A6F05}">
      <dsp:nvSpPr>
        <dsp:cNvPr id="0" name=""/>
        <dsp:cNvSpPr/>
      </dsp:nvSpPr>
      <dsp:spPr>
        <a:xfrm rot="5400000">
          <a:off x="6645376" y="4581550"/>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BC5FE71-987C-4673-8BDE-FD408459613C}">
      <dsp:nvSpPr>
        <dsp:cNvPr id="0" name=""/>
        <dsp:cNvSpPr/>
      </dsp:nvSpPr>
      <dsp:spPr>
        <a:xfrm>
          <a:off x="6025764" y="4666595"/>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Coninuous integrations: Cruise Control, Circle CI</a:t>
          </a:r>
          <a:endParaRPr lang="en-US" sz="1000" kern="1200" noProof="0"/>
        </a:p>
      </dsp:txBody>
      <dsp:txXfrm>
        <a:off x="6025764" y="4666595"/>
        <a:ext cx="1295920" cy="323980"/>
      </dsp:txXfrm>
    </dsp:sp>
    <dsp:sp modelId="{4834DB2C-60C9-4C74-B7C9-6F2B941A9C0A}">
      <dsp:nvSpPr>
        <dsp:cNvPr id="0" name=""/>
        <dsp:cNvSpPr/>
      </dsp:nvSpPr>
      <dsp:spPr>
        <a:xfrm rot="5400000">
          <a:off x="6645376" y="5018923"/>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B536995-5272-49E1-90FD-91F8530C75C8}">
      <dsp:nvSpPr>
        <dsp:cNvPr id="0" name=""/>
        <dsp:cNvSpPr/>
      </dsp:nvSpPr>
      <dsp:spPr>
        <a:xfrm>
          <a:off x="6025764" y="5103968"/>
          <a:ext cx="1295920" cy="323980"/>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Design: Intentional yet Emergent</a:t>
          </a:r>
          <a:endParaRPr lang="en-US" sz="1000" kern="1200" noProof="0"/>
        </a:p>
      </dsp:txBody>
      <dsp:txXfrm>
        <a:off x="6025764" y="5103968"/>
        <a:ext cx="1295920" cy="323980"/>
      </dsp:txXfrm>
    </dsp:sp>
    <dsp:sp modelId="{9EB5AC6A-5BFC-441B-93AB-F271929FBD7B}">
      <dsp:nvSpPr>
        <dsp:cNvPr id="0" name=""/>
        <dsp:cNvSpPr/>
      </dsp:nvSpPr>
      <dsp:spPr>
        <a:xfrm rot="5400000">
          <a:off x="6645376" y="5456297"/>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B5299E8-CF7F-48C7-855F-B877EEF13378}">
      <dsp:nvSpPr>
        <dsp:cNvPr id="0" name=""/>
        <dsp:cNvSpPr/>
      </dsp:nvSpPr>
      <dsp:spPr>
        <a:xfrm>
          <a:off x="6025764" y="5541342"/>
          <a:ext cx="1295920" cy="628158"/>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noProof="0" smtClean="0"/>
            <a:t>Big, Visible Charts. most common is the sprint burn-down chart.</a:t>
          </a:r>
          <a:endParaRPr lang="en-US" sz="900" kern="1200" noProof="0"/>
        </a:p>
      </dsp:txBody>
      <dsp:txXfrm>
        <a:off x="6025764" y="5541342"/>
        <a:ext cx="1295920" cy="628158"/>
      </dsp:txXfrm>
    </dsp:sp>
    <dsp:sp modelId="{782D2BAD-394D-4F6A-91FC-767E6E6F237C}">
      <dsp:nvSpPr>
        <dsp:cNvPr id="0" name=""/>
        <dsp:cNvSpPr/>
      </dsp:nvSpPr>
      <dsp:spPr>
        <a:xfrm>
          <a:off x="7503114" y="2699"/>
          <a:ext cx="1295920" cy="3239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smtClean="0"/>
            <a:t>user story</a:t>
          </a:r>
        </a:p>
      </dsp:txBody>
      <dsp:txXfrm>
        <a:off x="7503114" y="2699"/>
        <a:ext cx="1295920" cy="323980"/>
      </dsp:txXfrm>
    </dsp:sp>
    <dsp:sp modelId="{17EEA49A-5CC3-4B20-8E76-7A4CD69058EF}">
      <dsp:nvSpPr>
        <dsp:cNvPr id="0" name=""/>
        <dsp:cNvSpPr/>
      </dsp:nvSpPr>
      <dsp:spPr>
        <a:xfrm rot="5400000">
          <a:off x="8122726" y="355027"/>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5212038-2CCE-44C9-B30B-16F310569120}">
      <dsp:nvSpPr>
        <dsp:cNvPr id="0" name=""/>
        <dsp:cNvSpPr/>
      </dsp:nvSpPr>
      <dsp:spPr>
        <a:xfrm>
          <a:off x="7503114" y="440072"/>
          <a:ext cx="1295920" cy="588532"/>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noProof="0" dirty="0" smtClean="0"/>
            <a:t>is a simple description of a requirement</a:t>
          </a:r>
        </a:p>
      </dsp:txBody>
      <dsp:txXfrm>
        <a:off x="7503114" y="440072"/>
        <a:ext cx="1295920" cy="588532"/>
      </dsp:txXfrm>
    </dsp:sp>
    <dsp:sp modelId="{3009D573-EDCB-4BB4-A568-9E5EE6BFDAB7}">
      <dsp:nvSpPr>
        <dsp:cNvPr id="0" name=""/>
        <dsp:cNvSpPr/>
      </dsp:nvSpPr>
      <dsp:spPr>
        <a:xfrm rot="5400000">
          <a:off x="8122726" y="1056953"/>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3D3BD17-85A0-4E44-886E-40646256030C}">
      <dsp:nvSpPr>
        <dsp:cNvPr id="0" name=""/>
        <dsp:cNvSpPr/>
      </dsp:nvSpPr>
      <dsp:spPr>
        <a:xfrm>
          <a:off x="7503114" y="1141998"/>
          <a:ext cx="1295920" cy="527511"/>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noProof="0" dirty="0" smtClean="0"/>
            <a:t>Users are the ideal people to write user stories.</a:t>
          </a:r>
        </a:p>
      </dsp:txBody>
      <dsp:txXfrm>
        <a:off x="7503114" y="1141998"/>
        <a:ext cx="1295920" cy="527511"/>
      </dsp:txXfrm>
    </dsp:sp>
    <dsp:sp modelId="{5C2CA7B5-8C40-49B7-AF9D-ACC87F690261}">
      <dsp:nvSpPr>
        <dsp:cNvPr id="0" name=""/>
        <dsp:cNvSpPr/>
      </dsp:nvSpPr>
      <dsp:spPr>
        <a:xfrm rot="5400000">
          <a:off x="8122726" y="1697857"/>
          <a:ext cx="56696" cy="56696"/>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DE409CF-5799-41A9-8327-B06EF31DFA38}">
      <dsp:nvSpPr>
        <dsp:cNvPr id="0" name=""/>
        <dsp:cNvSpPr/>
      </dsp:nvSpPr>
      <dsp:spPr>
        <a:xfrm>
          <a:off x="7503114" y="1782902"/>
          <a:ext cx="1295920" cy="669537"/>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en-US" sz="800" kern="1200" noProof="0" dirty="0" smtClean="0"/>
            <a:t>Product Owner’s job to keep the Product Backlog full of user stories.</a:t>
          </a:r>
        </a:p>
      </dsp:txBody>
      <dsp:txXfrm>
        <a:off x="7503114" y="1782902"/>
        <a:ext cx="1295920" cy="669537"/>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55B2F71-C3D5-43A1-9339-DF15DD662CA1}">
      <dsp:nvSpPr>
        <dsp:cNvPr id="0" name=""/>
        <dsp:cNvSpPr/>
      </dsp:nvSpPr>
      <dsp:spPr>
        <a:xfrm>
          <a:off x="2979" y="522454"/>
          <a:ext cx="1791592" cy="345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lvl="0" algn="ctr" defTabSz="533400">
            <a:lnSpc>
              <a:spcPct val="90000"/>
            </a:lnSpc>
            <a:spcBef>
              <a:spcPct val="0"/>
            </a:spcBef>
            <a:spcAft>
              <a:spcPct val="35000"/>
            </a:spcAft>
          </a:pPr>
          <a:r>
            <a:rPr lang="pt-BR" sz="1200" kern="1200" dirty="0" err="1" smtClean="0"/>
            <a:t>Monday</a:t>
          </a:r>
          <a:endParaRPr lang="en-US" sz="1200" kern="1200" dirty="0"/>
        </a:p>
      </dsp:txBody>
      <dsp:txXfrm>
        <a:off x="2979" y="522454"/>
        <a:ext cx="1791592" cy="345600"/>
      </dsp:txXfrm>
    </dsp:sp>
    <dsp:sp modelId="{E6131F44-EA12-4724-9909-7F9142C9DD48}">
      <dsp:nvSpPr>
        <dsp:cNvPr id="0" name=""/>
        <dsp:cNvSpPr/>
      </dsp:nvSpPr>
      <dsp:spPr>
        <a:xfrm>
          <a:off x="2979" y="868055"/>
          <a:ext cx="1791592" cy="307989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b="0" i="0" kern="1200" dirty="0" smtClean="0">
              <a:hlinkClick xmlns:r="http://schemas.openxmlformats.org/officeDocument/2006/relationships" r:id="rId1"/>
            </a:rPr>
            <a:t>monday.com</a:t>
          </a:r>
          <a:r>
            <a:rPr lang="en-US" sz="1200" b="0" i="0" kern="1200" dirty="0" smtClean="0"/>
            <a:t> - Best agile planning tool. </a:t>
          </a:r>
          <a:endParaRPr lang="en-US" sz="1200" kern="1200" dirty="0"/>
        </a:p>
        <a:p>
          <a:pPr marL="114300" lvl="1" indent="-114300" algn="l" defTabSz="533400">
            <a:lnSpc>
              <a:spcPct val="90000"/>
            </a:lnSpc>
            <a:spcBef>
              <a:spcPct val="0"/>
            </a:spcBef>
            <a:spcAft>
              <a:spcPct val="15000"/>
            </a:spcAft>
            <a:buChar char="••"/>
          </a:pPr>
          <a:r>
            <a:rPr lang="en-US" sz="1200" b="0" i="0" kern="1200" dirty="0" smtClean="0"/>
            <a:t>multiple views (</a:t>
          </a:r>
          <a:r>
            <a:rPr lang="en-US" sz="1200" b="0" i="0" kern="1200" dirty="0" err="1" smtClean="0"/>
            <a:t>Kanban</a:t>
          </a:r>
          <a:r>
            <a:rPr lang="en-US" sz="1200" b="0" i="0" kern="1200" dirty="0" smtClean="0"/>
            <a:t> board, Gantt-style charts, list views)</a:t>
          </a:r>
          <a:endParaRPr lang="en-US" sz="1200" kern="1200" dirty="0"/>
        </a:p>
        <a:p>
          <a:pPr marL="114300" lvl="1" indent="-114300" algn="l" defTabSz="533400">
            <a:lnSpc>
              <a:spcPct val="90000"/>
            </a:lnSpc>
            <a:spcBef>
              <a:spcPct val="0"/>
            </a:spcBef>
            <a:spcAft>
              <a:spcPct val="15000"/>
            </a:spcAft>
            <a:buChar char="••"/>
          </a:pPr>
          <a:r>
            <a:rPr lang="en-US" sz="1200" b="0" i="0" kern="1200" dirty="0" smtClean="0"/>
            <a:t>integrations include Slack, Google Drive, Gmail, Google Calendar, </a:t>
          </a:r>
          <a:r>
            <a:rPr lang="en-US" sz="1200" b="0" i="0" kern="1200" dirty="0" err="1" smtClean="0"/>
            <a:t>Jira</a:t>
          </a:r>
          <a:r>
            <a:rPr lang="en-US" sz="1200" b="0" i="0" kern="1200" dirty="0" smtClean="0"/>
            <a:t>, </a:t>
          </a:r>
          <a:r>
            <a:rPr lang="en-US" sz="1200" b="0" i="0" kern="1200" dirty="0" err="1" smtClean="0"/>
            <a:t>GitHub</a:t>
          </a:r>
          <a:r>
            <a:rPr lang="en-US" sz="1200" b="0" i="0" kern="1200" dirty="0" smtClean="0"/>
            <a:t>, </a:t>
          </a:r>
          <a:r>
            <a:rPr lang="en-US" sz="1200" b="0" i="0" kern="1200" dirty="0" err="1" smtClean="0"/>
            <a:t>Trello</a:t>
          </a:r>
          <a:r>
            <a:rPr lang="en-US" sz="1200" b="0" i="0" kern="1200" dirty="0" smtClean="0"/>
            <a:t>, </a:t>
          </a:r>
          <a:r>
            <a:rPr lang="en-US" sz="1200" b="0" i="0" kern="1200" dirty="0" err="1" smtClean="0"/>
            <a:t>Dropbox</a:t>
          </a:r>
          <a:r>
            <a:rPr lang="en-US" sz="1200" b="0" i="0" kern="1200" dirty="0" smtClean="0"/>
            <a:t>, </a:t>
          </a:r>
          <a:r>
            <a:rPr lang="en-US" sz="1200" b="0" i="0" kern="1200" dirty="0" err="1" smtClean="0"/>
            <a:t>Typeform</a:t>
          </a:r>
          <a:r>
            <a:rPr lang="en-US" sz="1200" b="0" i="0" kern="1200" dirty="0" smtClean="0"/>
            <a:t>, and many more that are accessible via </a:t>
          </a:r>
          <a:r>
            <a:rPr lang="en-US" sz="1200" b="0" i="0" kern="1200" dirty="0" err="1" smtClean="0"/>
            <a:t>Zapier</a:t>
          </a:r>
          <a:r>
            <a:rPr lang="en-US" sz="1200" b="0" i="0" kern="1200" dirty="0" smtClean="0"/>
            <a:t>.</a:t>
          </a:r>
          <a:endParaRPr lang="en-US" sz="1200" kern="1200" dirty="0"/>
        </a:p>
      </dsp:txBody>
      <dsp:txXfrm>
        <a:off x="2979" y="868055"/>
        <a:ext cx="1791592" cy="3079890"/>
      </dsp:txXfrm>
    </dsp:sp>
    <dsp:sp modelId="{4FE42997-D4C8-4F23-A85F-84DD6BA104A1}">
      <dsp:nvSpPr>
        <dsp:cNvPr id="0" name=""/>
        <dsp:cNvSpPr/>
      </dsp:nvSpPr>
      <dsp:spPr>
        <a:xfrm>
          <a:off x="2045395" y="522454"/>
          <a:ext cx="1791592" cy="345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lvl="0" algn="ctr" defTabSz="533400">
            <a:lnSpc>
              <a:spcPct val="90000"/>
            </a:lnSpc>
            <a:spcBef>
              <a:spcPct val="0"/>
            </a:spcBef>
            <a:spcAft>
              <a:spcPct val="35000"/>
            </a:spcAft>
          </a:pPr>
          <a:r>
            <a:rPr lang="pt-BR" sz="1200" kern="1200" dirty="0" err="1" smtClean="0"/>
            <a:t>Hive</a:t>
          </a:r>
          <a:endParaRPr lang="en-US" sz="1200" kern="1200" dirty="0"/>
        </a:p>
      </dsp:txBody>
      <dsp:txXfrm>
        <a:off x="2045395" y="522454"/>
        <a:ext cx="1791592" cy="345600"/>
      </dsp:txXfrm>
    </dsp:sp>
    <dsp:sp modelId="{24A0B0D8-61AD-42AA-9391-28C7DF3F5A9A}">
      <dsp:nvSpPr>
        <dsp:cNvPr id="0" name=""/>
        <dsp:cNvSpPr/>
      </dsp:nvSpPr>
      <dsp:spPr>
        <a:xfrm>
          <a:off x="2045395" y="868055"/>
          <a:ext cx="1791592" cy="307989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b="0" i="0" kern="1200" dirty="0" smtClean="0">
              <a:hlinkClick xmlns:r="http://schemas.openxmlformats.org/officeDocument/2006/relationships" r:id="rId2"/>
            </a:rPr>
            <a:t>Hive</a:t>
          </a:r>
          <a:r>
            <a:rPr lang="en-US" sz="1200" b="0" i="0" kern="1200" dirty="0" smtClean="0"/>
            <a:t> - Agile project management tool with flexible views including </a:t>
          </a:r>
          <a:r>
            <a:rPr lang="en-US" sz="1200" b="0" i="0" kern="1200" dirty="0" err="1" smtClean="0"/>
            <a:t>KanbanHive</a:t>
          </a:r>
          <a:r>
            <a:rPr lang="en-US" sz="1200" b="0" i="0" kern="1200" dirty="0" smtClean="0"/>
            <a:t> </a:t>
          </a:r>
          <a:endParaRPr lang="en-US" sz="1200" kern="1200" dirty="0"/>
        </a:p>
        <a:p>
          <a:pPr marL="114300" lvl="1" indent="-114300" algn="l" defTabSz="533400">
            <a:lnSpc>
              <a:spcPct val="90000"/>
            </a:lnSpc>
            <a:spcBef>
              <a:spcPct val="0"/>
            </a:spcBef>
            <a:spcAft>
              <a:spcPct val="15000"/>
            </a:spcAft>
            <a:buChar char="••"/>
          </a:pPr>
          <a:r>
            <a:rPr lang="en-US" sz="1200" b="0" i="0" kern="1200" dirty="0" smtClean="0"/>
            <a:t>is a project management tool and collaboration platform that powers companies like Starbucks, Google, Comcast, and Toyota.</a:t>
          </a:r>
          <a:endParaRPr lang="en-US" sz="1200" kern="1200" dirty="0"/>
        </a:p>
        <a:p>
          <a:pPr marL="114300" lvl="1" indent="-114300" algn="l" defTabSz="533400">
            <a:lnSpc>
              <a:spcPct val="90000"/>
            </a:lnSpc>
            <a:spcBef>
              <a:spcPct val="0"/>
            </a:spcBef>
            <a:spcAft>
              <a:spcPct val="15000"/>
            </a:spcAft>
            <a:buChar char="••"/>
          </a:pPr>
          <a:r>
            <a:rPr lang="en-US" sz="1200" b="0" i="0" kern="1200" dirty="0" smtClean="0"/>
            <a:t>Hive has a large library of native integrations, including many standard tools like </a:t>
          </a:r>
          <a:r>
            <a:rPr lang="en-US" sz="1200" b="0" i="0" kern="1200" dirty="0" err="1" smtClean="0"/>
            <a:t>Salesforce</a:t>
          </a:r>
          <a:r>
            <a:rPr lang="en-US" sz="1200" b="0" i="0" kern="1200" dirty="0" smtClean="0"/>
            <a:t>, Slack, Microsoft Teams, </a:t>
          </a:r>
          <a:r>
            <a:rPr lang="en-US" sz="1200" b="0" i="0" kern="1200" dirty="0" err="1" smtClean="0"/>
            <a:t>OneDrive</a:t>
          </a:r>
          <a:r>
            <a:rPr lang="en-US" sz="1200" b="0" i="0" kern="1200" dirty="0" smtClean="0"/>
            <a:t>, Zoom, </a:t>
          </a:r>
          <a:r>
            <a:rPr lang="en-US" sz="1200" b="0" i="0" kern="1200" dirty="0" err="1" smtClean="0"/>
            <a:t>DropBox</a:t>
          </a:r>
          <a:r>
            <a:rPr lang="en-US" sz="1200" b="0" i="0" kern="1200" dirty="0" smtClean="0"/>
            <a:t>.</a:t>
          </a:r>
          <a:endParaRPr lang="en-US" sz="1200" kern="1200" dirty="0"/>
        </a:p>
      </dsp:txBody>
      <dsp:txXfrm>
        <a:off x="2045395" y="868055"/>
        <a:ext cx="1791592" cy="3079890"/>
      </dsp:txXfrm>
    </dsp:sp>
    <dsp:sp modelId="{09FBAB78-F833-4C90-86E1-634D213A95A7}">
      <dsp:nvSpPr>
        <dsp:cNvPr id="0" name=""/>
        <dsp:cNvSpPr/>
      </dsp:nvSpPr>
      <dsp:spPr>
        <a:xfrm>
          <a:off x="4087811" y="522454"/>
          <a:ext cx="1791592" cy="345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lvl="0" algn="ctr" defTabSz="533400">
            <a:lnSpc>
              <a:spcPct val="90000"/>
            </a:lnSpc>
            <a:spcBef>
              <a:spcPct val="0"/>
            </a:spcBef>
            <a:spcAft>
              <a:spcPct val="35000"/>
            </a:spcAft>
          </a:pPr>
          <a:r>
            <a:rPr lang="en-US" sz="1200" b="0" i="0" kern="1200" dirty="0" err="1" smtClean="0"/>
            <a:t>Wrike</a:t>
          </a:r>
          <a:endParaRPr lang="en-US" sz="1200" kern="1200" dirty="0"/>
        </a:p>
      </dsp:txBody>
      <dsp:txXfrm>
        <a:off x="4087811" y="522454"/>
        <a:ext cx="1791592" cy="345600"/>
      </dsp:txXfrm>
    </dsp:sp>
    <dsp:sp modelId="{9DF6E29A-82F2-418A-B0F5-9D5313428787}">
      <dsp:nvSpPr>
        <dsp:cNvPr id="0" name=""/>
        <dsp:cNvSpPr/>
      </dsp:nvSpPr>
      <dsp:spPr>
        <a:xfrm>
          <a:off x="4087811" y="868055"/>
          <a:ext cx="1791592" cy="307989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b="0" i="0" kern="1200" dirty="0" err="1" smtClean="0"/>
            <a:t>Wrike’s</a:t>
          </a:r>
          <a:r>
            <a:rPr lang="en-US" sz="1200" b="0" i="0" kern="1200" dirty="0" smtClean="0"/>
            <a:t> simple interface enables users to switch between </a:t>
          </a:r>
          <a:r>
            <a:rPr lang="en-US" sz="1200" b="0" i="0" kern="1200" dirty="0" err="1" smtClean="0"/>
            <a:t>Kanban</a:t>
          </a:r>
          <a:r>
            <a:rPr lang="en-US" sz="1200" b="0" i="0" kern="1200" dirty="0" smtClean="0"/>
            <a:t> boards, interactive drag-and-drop Gantt charts, and workload views to visualize priorities. </a:t>
          </a:r>
          <a:endParaRPr lang="en-US" sz="1200" kern="1200" dirty="0"/>
        </a:p>
        <a:p>
          <a:pPr marL="114300" lvl="1" indent="-114300" algn="l" defTabSz="533400">
            <a:lnSpc>
              <a:spcPct val="90000"/>
            </a:lnSpc>
            <a:spcBef>
              <a:spcPct val="0"/>
            </a:spcBef>
            <a:spcAft>
              <a:spcPct val="15000"/>
            </a:spcAft>
            <a:buChar char="••"/>
          </a:pPr>
          <a:r>
            <a:rPr lang="en-US" sz="1200" b="0" i="0" kern="1200" dirty="0" smtClean="0"/>
            <a:t>The software offers more than 400 pre-built native integrations, including popular file management software from Microsoft, Google, and </a:t>
          </a:r>
          <a:r>
            <a:rPr lang="en-US" sz="1200" b="0" i="0" kern="1200" dirty="0" err="1" smtClean="0"/>
            <a:t>Dropbox</a:t>
          </a:r>
          <a:r>
            <a:rPr lang="en-US" sz="1200" b="0" i="0" kern="1200" dirty="0" smtClean="0"/>
            <a:t>, along with sales and marketing software from </a:t>
          </a:r>
          <a:r>
            <a:rPr lang="en-US" sz="1200" b="0" i="0" kern="1200" dirty="0" err="1" smtClean="0"/>
            <a:t>Salesforce</a:t>
          </a:r>
          <a:r>
            <a:rPr lang="en-US" sz="1200" b="0" i="0" kern="1200" dirty="0" smtClean="0"/>
            <a:t> and </a:t>
          </a:r>
          <a:r>
            <a:rPr lang="en-US" sz="1200" b="0" i="0" kern="1200" dirty="0" err="1" smtClean="0"/>
            <a:t>Marketo</a:t>
          </a:r>
          <a:r>
            <a:rPr lang="en-US" sz="1200" b="0" i="0" kern="1200" dirty="0" smtClean="0"/>
            <a:t>.</a:t>
          </a:r>
          <a:endParaRPr lang="en-US" sz="1200" kern="1200" dirty="0"/>
        </a:p>
      </dsp:txBody>
      <dsp:txXfrm>
        <a:off x="4087811" y="868055"/>
        <a:ext cx="1791592" cy="3079890"/>
      </dsp:txXfrm>
    </dsp:sp>
    <dsp:sp modelId="{979CABFA-A675-485D-BEA0-6E1BA71EC7FE}">
      <dsp:nvSpPr>
        <dsp:cNvPr id="0" name=""/>
        <dsp:cNvSpPr/>
      </dsp:nvSpPr>
      <dsp:spPr>
        <a:xfrm>
          <a:off x="6130227" y="522454"/>
          <a:ext cx="1791592" cy="345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lvl="0" algn="ctr" defTabSz="533400">
            <a:lnSpc>
              <a:spcPct val="90000"/>
            </a:lnSpc>
            <a:spcBef>
              <a:spcPct val="0"/>
            </a:spcBef>
            <a:spcAft>
              <a:spcPct val="35000"/>
            </a:spcAft>
          </a:pPr>
          <a:r>
            <a:rPr lang="pt-BR" sz="1200" kern="1200" dirty="0" err="1" smtClean="0"/>
            <a:t>Nutcache</a:t>
          </a:r>
          <a:endParaRPr lang="en-US" sz="1200" kern="1200" dirty="0"/>
        </a:p>
      </dsp:txBody>
      <dsp:txXfrm>
        <a:off x="6130227" y="522454"/>
        <a:ext cx="1791592" cy="345600"/>
      </dsp:txXfrm>
    </dsp:sp>
    <dsp:sp modelId="{B231DB86-A7D0-49EF-805D-F39E64853066}">
      <dsp:nvSpPr>
        <dsp:cNvPr id="0" name=""/>
        <dsp:cNvSpPr/>
      </dsp:nvSpPr>
      <dsp:spPr>
        <a:xfrm>
          <a:off x="6130227" y="868055"/>
          <a:ext cx="1791592" cy="307989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b="0" i="0" kern="1200" dirty="0" err="1" smtClean="0">
              <a:hlinkClick xmlns:r="http://schemas.openxmlformats.org/officeDocument/2006/relationships" r:id="rId3"/>
            </a:rPr>
            <a:t>Nutcache</a:t>
          </a:r>
          <a:r>
            <a:rPr lang="en-US" sz="1200" b="0" i="0" kern="1200" dirty="0" smtClean="0"/>
            <a:t> - Best for flexibility to various agile methodologies</a:t>
          </a:r>
          <a:endParaRPr lang="en-US" sz="1200" kern="1200" dirty="0"/>
        </a:p>
        <a:p>
          <a:pPr marL="114300" lvl="1" indent="-114300" algn="l" defTabSz="533400">
            <a:lnSpc>
              <a:spcPct val="90000"/>
            </a:lnSpc>
            <a:spcBef>
              <a:spcPct val="0"/>
            </a:spcBef>
            <a:spcAft>
              <a:spcPct val="15000"/>
            </a:spcAft>
            <a:buChar char="••"/>
          </a:pPr>
          <a:r>
            <a:rPr lang="en-US" sz="1200" b="0" i="0" kern="1200" dirty="0" smtClean="0"/>
            <a:t>Integrations include </a:t>
          </a:r>
          <a:r>
            <a:rPr lang="en-US" sz="1200" b="0" i="0" kern="1200" dirty="0" err="1" smtClean="0"/>
            <a:t>Dynacom</a:t>
          </a:r>
          <a:r>
            <a:rPr lang="en-US" sz="1200" b="0" i="0" kern="1200" dirty="0" smtClean="0"/>
            <a:t> Accounting, PayPal, 2Checkout, Stripe, </a:t>
          </a:r>
          <a:r>
            <a:rPr lang="en-US" sz="1200" b="0" i="0" kern="1200" dirty="0" err="1" smtClean="0"/>
            <a:t>Authorized.Net</a:t>
          </a:r>
          <a:r>
            <a:rPr lang="en-US" sz="1200" b="0" i="0" kern="1200" dirty="0" smtClean="0"/>
            <a:t>, QuickBooks Online, Google Sign In, Google Drive, </a:t>
          </a:r>
          <a:r>
            <a:rPr lang="en-US" sz="1200" b="0" i="0" kern="1200" dirty="0" err="1" smtClean="0"/>
            <a:t>GitHub</a:t>
          </a:r>
          <a:r>
            <a:rPr lang="en-US" sz="1200" b="0" i="0" kern="1200" dirty="0" smtClean="0"/>
            <a:t>, Slack, and hundreds of other apps through </a:t>
          </a:r>
          <a:r>
            <a:rPr lang="en-US" sz="1200" b="0" i="0" kern="1200" dirty="0" err="1" smtClean="0"/>
            <a:t>Zapier</a:t>
          </a:r>
          <a:r>
            <a:rPr lang="en-US" sz="1200" b="0" i="0" kern="1200" dirty="0" smtClean="0"/>
            <a:t>.</a:t>
          </a:r>
          <a:endParaRPr lang="en-US" sz="1200" kern="1200" dirty="0"/>
        </a:p>
      </dsp:txBody>
      <dsp:txXfrm>
        <a:off x="6130227" y="868055"/>
        <a:ext cx="1791592" cy="3079890"/>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smtClean="0"/>
              <a:t>Clique para editar o estilo do título mestre</a:t>
            </a:r>
            <a:endParaRPr lang="en-US"/>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en-US"/>
          </a:p>
        </p:txBody>
      </p:sp>
      <p:sp>
        <p:nvSpPr>
          <p:cNvPr id="4" name="Espaço Reservado para Data 3"/>
          <p:cNvSpPr>
            <a:spLocks noGrp="1"/>
          </p:cNvSpPr>
          <p:nvPr>
            <p:ph type="dt" sz="half" idx="10"/>
          </p:nvPr>
        </p:nvSpPr>
        <p:spPr/>
        <p:txBody>
          <a:bodyPr/>
          <a:lstStyle/>
          <a:p>
            <a:fld id="{BDE099DE-1D2E-476A-9959-245898AAC3B4}" type="datetimeFigureOut">
              <a:rPr lang="en-US" smtClean="0"/>
              <a:pPr/>
              <a:t>3/21/2021</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E1EE83C7-D68E-4459-AA77-AE6528E2FF34}"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en-US"/>
          </a:p>
        </p:txBody>
      </p:sp>
      <p:sp>
        <p:nvSpPr>
          <p:cNvPr id="3" name="Espaço Reservado para Conteúdo 2"/>
          <p:cNvSpPr>
            <a:spLocks noGrp="1"/>
          </p:cNvSpPr>
          <p:nvPr>
            <p:ph idx="1"/>
          </p:nvPr>
        </p:nvSpPr>
        <p:spPr/>
        <p:txBody>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Data 3"/>
          <p:cNvSpPr>
            <a:spLocks noGrp="1"/>
          </p:cNvSpPr>
          <p:nvPr>
            <p:ph type="dt" sz="half" idx="10"/>
          </p:nvPr>
        </p:nvSpPr>
        <p:spPr/>
        <p:txBody>
          <a:bodyPr/>
          <a:lstStyle/>
          <a:p>
            <a:fld id="{BDE099DE-1D2E-476A-9959-245898AAC3B4}" type="datetimeFigureOut">
              <a:rPr lang="en-US" smtClean="0"/>
              <a:pPr/>
              <a:t>3/21/2021</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E1EE83C7-D68E-4459-AA77-AE6528E2FF34}"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smtClean="0"/>
              <a:t>Clique para editar o estilo do título mestre</a:t>
            </a:r>
            <a:endParaRPr lang="en-US"/>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os estilos do texto mestre</a:t>
            </a:r>
          </a:p>
        </p:txBody>
      </p:sp>
      <p:sp>
        <p:nvSpPr>
          <p:cNvPr id="4" name="Espaço Reservado para Data 3"/>
          <p:cNvSpPr>
            <a:spLocks noGrp="1"/>
          </p:cNvSpPr>
          <p:nvPr>
            <p:ph type="dt" sz="half" idx="10"/>
          </p:nvPr>
        </p:nvSpPr>
        <p:spPr/>
        <p:txBody>
          <a:bodyPr/>
          <a:lstStyle/>
          <a:p>
            <a:fld id="{BDE099DE-1D2E-476A-9959-245898AAC3B4}" type="datetimeFigureOut">
              <a:rPr lang="en-US" smtClean="0"/>
              <a:pPr/>
              <a:t>3/21/2021</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E1EE83C7-D68E-4459-AA77-AE6528E2FF34}"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en-US"/>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5" name="Espaço Reservado para Data 4"/>
          <p:cNvSpPr>
            <a:spLocks noGrp="1"/>
          </p:cNvSpPr>
          <p:nvPr>
            <p:ph type="dt" sz="half" idx="10"/>
          </p:nvPr>
        </p:nvSpPr>
        <p:spPr/>
        <p:txBody>
          <a:bodyPr/>
          <a:lstStyle/>
          <a:p>
            <a:fld id="{BDE099DE-1D2E-476A-9959-245898AAC3B4}" type="datetimeFigureOut">
              <a:rPr lang="en-US" smtClean="0"/>
              <a:pPr/>
              <a:t>3/21/2021</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E1EE83C7-D68E-4459-AA77-AE6528E2FF34}"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smtClean="0"/>
              <a:t>Clique para editar o estilo do título mestre</a:t>
            </a:r>
            <a:endParaRPr lang="en-US"/>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7" name="Espaço Reservado para Data 6"/>
          <p:cNvSpPr>
            <a:spLocks noGrp="1"/>
          </p:cNvSpPr>
          <p:nvPr>
            <p:ph type="dt" sz="half" idx="10"/>
          </p:nvPr>
        </p:nvSpPr>
        <p:spPr/>
        <p:txBody>
          <a:bodyPr/>
          <a:lstStyle/>
          <a:p>
            <a:fld id="{BDE099DE-1D2E-476A-9959-245898AAC3B4}" type="datetimeFigureOut">
              <a:rPr lang="en-US" smtClean="0"/>
              <a:pPr/>
              <a:t>3/21/2021</a:t>
            </a:fld>
            <a:endParaRPr lang="en-US"/>
          </a:p>
        </p:txBody>
      </p:sp>
      <p:sp>
        <p:nvSpPr>
          <p:cNvPr id="8" name="Espaço Reservado para Rodapé 7"/>
          <p:cNvSpPr>
            <a:spLocks noGrp="1"/>
          </p:cNvSpPr>
          <p:nvPr>
            <p:ph type="ftr" sz="quarter" idx="11"/>
          </p:nvPr>
        </p:nvSpPr>
        <p:spPr/>
        <p:txBody>
          <a:bodyPr/>
          <a:lstStyle/>
          <a:p>
            <a:endParaRPr lang="en-US"/>
          </a:p>
        </p:txBody>
      </p:sp>
      <p:sp>
        <p:nvSpPr>
          <p:cNvPr id="9" name="Espaço Reservado para Número de Slide 8"/>
          <p:cNvSpPr>
            <a:spLocks noGrp="1"/>
          </p:cNvSpPr>
          <p:nvPr>
            <p:ph type="sldNum" sz="quarter" idx="12"/>
          </p:nvPr>
        </p:nvSpPr>
        <p:spPr/>
        <p:txBody>
          <a:bodyPr/>
          <a:lstStyle/>
          <a:p>
            <a:fld id="{E1EE83C7-D68E-4459-AA77-AE6528E2FF34}"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en-US"/>
          </a:p>
        </p:txBody>
      </p:sp>
      <p:sp>
        <p:nvSpPr>
          <p:cNvPr id="3" name="Espaço Reservado para Data 2"/>
          <p:cNvSpPr>
            <a:spLocks noGrp="1"/>
          </p:cNvSpPr>
          <p:nvPr>
            <p:ph type="dt" sz="half" idx="10"/>
          </p:nvPr>
        </p:nvSpPr>
        <p:spPr/>
        <p:txBody>
          <a:bodyPr/>
          <a:lstStyle/>
          <a:p>
            <a:fld id="{BDE099DE-1D2E-476A-9959-245898AAC3B4}" type="datetimeFigureOut">
              <a:rPr lang="en-US" smtClean="0"/>
              <a:pPr/>
              <a:t>3/21/2021</a:t>
            </a:fld>
            <a:endParaRPr lang="en-US"/>
          </a:p>
        </p:txBody>
      </p:sp>
      <p:sp>
        <p:nvSpPr>
          <p:cNvPr id="4" name="Espaço Reservado para Rodapé 3"/>
          <p:cNvSpPr>
            <a:spLocks noGrp="1"/>
          </p:cNvSpPr>
          <p:nvPr>
            <p:ph type="ftr" sz="quarter" idx="11"/>
          </p:nvPr>
        </p:nvSpPr>
        <p:spPr/>
        <p:txBody>
          <a:bodyPr/>
          <a:lstStyle/>
          <a:p>
            <a:endParaRPr lang="en-US"/>
          </a:p>
        </p:txBody>
      </p:sp>
      <p:sp>
        <p:nvSpPr>
          <p:cNvPr id="5" name="Espaço Reservado para Número de Slide 4"/>
          <p:cNvSpPr>
            <a:spLocks noGrp="1"/>
          </p:cNvSpPr>
          <p:nvPr>
            <p:ph type="sldNum" sz="quarter" idx="12"/>
          </p:nvPr>
        </p:nvSpPr>
        <p:spPr/>
        <p:txBody>
          <a:bodyPr/>
          <a:lstStyle/>
          <a:p>
            <a:fld id="{E1EE83C7-D68E-4459-AA77-AE6528E2FF34}"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DE099DE-1D2E-476A-9959-245898AAC3B4}" type="datetimeFigureOut">
              <a:rPr lang="en-US" smtClean="0"/>
              <a:pPr/>
              <a:t>3/21/2021</a:t>
            </a:fld>
            <a:endParaRPr lang="en-US"/>
          </a:p>
        </p:txBody>
      </p:sp>
      <p:sp>
        <p:nvSpPr>
          <p:cNvPr id="3" name="Espaço Reservado para Rodapé 2"/>
          <p:cNvSpPr>
            <a:spLocks noGrp="1"/>
          </p:cNvSpPr>
          <p:nvPr>
            <p:ph type="ftr" sz="quarter" idx="11"/>
          </p:nvPr>
        </p:nvSpPr>
        <p:spPr/>
        <p:txBody>
          <a:bodyPr/>
          <a:lstStyle/>
          <a:p>
            <a:endParaRPr lang="en-US"/>
          </a:p>
        </p:txBody>
      </p:sp>
      <p:sp>
        <p:nvSpPr>
          <p:cNvPr id="4" name="Espaço Reservado para Número de Slide 3"/>
          <p:cNvSpPr>
            <a:spLocks noGrp="1"/>
          </p:cNvSpPr>
          <p:nvPr>
            <p:ph type="sldNum" sz="quarter" idx="12"/>
          </p:nvPr>
        </p:nvSpPr>
        <p:spPr/>
        <p:txBody>
          <a:bodyPr/>
          <a:lstStyle/>
          <a:p>
            <a:fld id="{E1EE83C7-D68E-4459-AA77-AE6528E2FF34}"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smtClean="0"/>
              <a:t>Clique para editar o estilo do título mestre</a:t>
            </a:r>
            <a:endParaRPr lang="en-US"/>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BDE099DE-1D2E-476A-9959-245898AAC3B4}" type="datetimeFigureOut">
              <a:rPr lang="en-US" smtClean="0"/>
              <a:pPr/>
              <a:t>3/21/2021</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E1EE83C7-D68E-4459-AA77-AE6528E2FF34}"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smtClean="0"/>
              <a:t>Clique para editar o estilo do título mestre</a:t>
            </a:r>
            <a:endParaRPr lang="en-US"/>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BDE099DE-1D2E-476A-9959-245898AAC3B4}" type="datetimeFigureOut">
              <a:rPr lang="en-US" smtClean="0"/>
              <a:pPr/>
              <a:t>3/21/2021</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E1EE83C7-D68E-4459-AA77-AE6528E2FF34}"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en-US"/>
          </a:p>
        </p:txBody>
      </p:sp>
      <p:sp>
        <p:nvSpPr>
          <p:cNvPr id="3" name="Espaço Reservado para Texto Vertical 2"/>
          <p:cNvSpPr>
            <a:spLocks noGrp="1"/>
          </p:cNvSpPr>
          <p:nvPr>
            <p:ph type="body" orient="vert" idx="1"/>
          </p:nvPr>
        </p:nvSpPr>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Data 3"/>
          <p:cNvSpPr>
            <a:spLocks noGrp="1"/>
          </p:cNvSpPr>
          <p:nvPr>
            <p:ph type="dt" sz="half" idx="10"/>
          </p:nvPr>
        </p:nvSpPr>
        <p:spPr/>
        <p:txBody>
          <a:bodyPr/>
          <a:lstStyle/>
          <a:p>
            <a:fld id="{BDE099DE-1D2E-476A-9959-245898AAC3B4}" type="datetimeFigureOut">
              <a:rPr lang="en-US" smtClean="0"/>
              <a:pPr/>
              <a:t>3/21/2021</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E1EE83C7-D68E-4459-AA77-AE6528E2FF34}"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smtClean="0"/>
              <a:t>Clique para editar o estilo do título mestre</a:t>
            </a:r>
            <a:endParaRPr lang="en-US"/>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Data 3"/>
          <p:cNvSpPr>
            <a:spLocks noGrp="1"/>
          </p:cNvSpPr>
          <p:nvPr>
            <p:ph type="dt" sz="half" idx="10"/>
          </p:nvPr>
        </p:nvSpPr>
        <p:spPr/>
        <p:txBody>
          <a:bodyPr/>
          <a:lstStyle/>
          <a:p>
            <a:fld id="{BDE099DE-1D2E-476A-9959-245898AAC3B4}" type="datetimeFigureOut">
              <a:rPr lang="en-US" smtClean="0"/>
              <a:pPr/>
              <a:t>3/21/2021</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E1EE83C7-D68E-4459-AA77-AE6528E2FF34}"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smtClean="0"/>
              <a:t>Clique para editar o estilo do título mestre</a:t>
            </a:r>
            <a:endParaRPr lang="en-US"/>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E099DE-1D2E-476A-9959-245898AAC3B4}" type="datetimeFigureOut">
              <a:rPr lang="en-US" smtClean="0"/>
              <a:pPr/>
              <a:t>3/21/2021</a:t>
            </a:fld>
            <a:endParaRPr lang="en-US"/>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EE83C7-D68E-4459-AA77-AE6528E2FF34}"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hyperlink" Target="https://www.synopsys.com/glossary/what-is-agile-sdlc.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4572000" y="3962400"/>
            <a:ext cx="4343400" cy="954107"/>
          </a:xfrm>
          <a:prstGeom prst="rect">
            <a:avLst/>
          </a:prstGeom>
        </p:spPr>
        <p:txBody>
          <a:bodyPr wrap="square">
            <a:spAutoFit/>
          </a:bodyPr>
          <a:lstStyle/>
          <a:p>
            <a:r>
              <a:rPr lang="en-US" sz="1400" b="1" dirty="0" smtClean="0"/>
              <a:t>Kaizen: </a:t>
            </a:r>
            <a:r>
              <a:rPr lang="en-US" sz="1400" dirty="0" smtClean="0"/>
              <a:t>continuous incremental </a:t>
            </a:r>
            <a:r>
              <a:rPr lang="en-US" sz="1400" dirty="0" smtClean="0"/>
              <a:t>improvement</a:t>
            </a:r>
          </a:p>
          <a:p>
            <a:endParaRPr lang="en-US" sz="1400" dirty="0" smtClean="0"/>
          </a:p>
          <a:p>
            <a:r>
              <a:rPr lang="en-US" sz="1400" b="1" dirty="0" err="1" smtClean="0"/>
              <a:t>Kanban</a:t>
            </a:r>
            <a:r>
              <a:rPr lang="en-US" sz="1400" dirty="0" smtClean="0"/>
              <a:t> is a workflow management method</a:t>
            </a:r>
            <a:endParaRPr lang="en-US" sz="1400" dirty="0" smtClean="0"/>
          </a:p>
          <a:p>
            <a:endParaRPr lang="en-US" sz="1400" dirty="0" smtClean="0"/>
          </a:p>
        </p:txBody>
      </p:sp>
      <p:sp>
        <p:nvSpPr>
          <p:cNvPr id="5" name="Retângulo 4"/>
          <p:cNvSpPr/>
          <p:nvPr/>
        </p:nvSpPr>
        <p:spPr>
          <a:xfrm>
            <a:off x="4343400" y="228600"/>
            <a:ext cx="4572000" cy="2215991"/>
          </a:xfrm>
          <a:prstGeom prst="rect">
            <a:avLst/>
          </a:prstGeom>
        </p:spPr>
        <p:txBody>
          <a:bodyPr>
            <a:spAutoFit/>
          </a:bodyPr>
          <a:lstStyle/>
          <a:p>
            <a:pPr algn="ctr"/>
            <a:r>
              <a:rPr lang="en-US" sz="1200" b="1" dirty="0" smtClean="0"/>
              <a:t>COMMONS PROS</a:t>
            </a:r>
          </a:p>
          <a:p>
            <a:endParaRPr lang="en-US" sz="1200" dirty="0" smtClean="0"/>
          </a:p>
          <a:p>
            <a:r>
              <a:rPr lang="en-US" sz="1200" dirty="0" smtClean="0"/>
              <a:t>Agile teams are 16% more productive than the industry average. Source: </a:t>
            </a:r>
            <a:r>
              <a:rPr lang="en-US" sz="1200" dirty="0" err="1" smtClean="0"/>
              <a:t>Mah</a:t>
            </a:r>
            <a:r>
              <a:rPr lang="en-US" sz="1200" dirty="0" smtClean="0"/>
              <a:t> 2008.</a:t>
            </a:r>
          </a:p>
          <a:p>
            <a:endParaRPr lang="en-US" sz="600" dirty="0" smtClean="0"/>
          </a:p>
          <a:p>
            <a:r>
              <a:rPr lang="en-US" sz="1200" dirty="0"/>
              <a:t>A</a:t>
            </a:r>
            <a:r>
              <a:rPr lang="en-US" sz="1200" dirty="0" smtClean="0"/>
              <a:t>gile teams are less likely to build functionality that is no longer needed.</a:t>
            </a:r>
          </a:p>
          <a:p>
            <a:endParaRPr lang="en-US" sz="600" dirty="0" smtClean="0"/>
          </a:p>
          <a:p>
            <a:r>
              <a:rPr lang="en-US" sz="1200" dirty="0"/>
              <a:t>S</a:t>
            </a:r>
            <a:r>
              <a:rPr lang="en-US" sz="1200" dirty="0" smtClean="0"/>
              <a:t>mall amount of up-front architectural thinking.</a:t>
            </a:r>
          </a:p>
          <a:p>
            <a:endParaRPr lang="en-US" sz="600" dirty="0" smtClean="0"/>
          </a:p>
          <a:p>
            <a:r>
              <a:rPr lang="pt-BR" sz="1200" dirty="0" smtClean="0"/>
              <a:t>Applications more </a:t>
            </a:r>
            <a:r>
              <a:rPr lang="pt-BR" sz="1200" dirty="0" err="1" smtClean="0"/>
              <a:t>robust</a:t>
            </a:r>
            <a:r>
              <a:rPr lang="pt-BR" sz="1200" dirty="0" smtClean="0"/>
              <a:t> </a:t>
            </a:r>
            <a:r>
              <a:rPr lang="pt-BR" sz="1200" dirty="0" err="1" smtClean="0"/>
              <a:t>and</a:t>
            </a:r>
            <a:r>
              <a:rPr lang="pt-BR" sz="1200" dirty="0" smtClean="0"/>
              <a:t> </a:t>
            </a:r>
            <a:r>
              <a:rPr lang="pt-BR" sz="1200" dirty="0" err="1" smtClean="0"/>
              <a:t>last</a:t>
            </a:r>
            <a:r>
              <a:rPr lang="pt-BR" sz="1200" dirty="0" smtClean="0"/>
              <a:t> </a:t>
            </a:r>
            <a:r>
              <a:rPr lang="pt-BR" sz="1200" dirty="0" err="1" smtClean="0"/>
              <a:t>longer</a:t>
            </a:r>
            <a:r>
              <a:rPr lang="pt-BR" sz="1200" dirty="0" smtClean="0"/>
              <a:t> </a:t>
            </a:r>
            <a:r>
              <a:rPr lang="pt-BR" sz="1200" dirty="0" err="1" smtClean="0"/>
              <a:t>during</a:t>
            </a:r>
            <a:r>
              <a:rPr lang="pt-BR" sz="1200" dirty="0" smtClean="0"/>
              <a:t> </a:t>
            </a:r>
            <a:r>
              <a:rPr lang="pt-BR" sz="1200" dirty="0" err="1" smtClean="0"/>
              <a:t>maintenance</a:t>
            </a:r>
            <a:r>
              <a:rPr lang="pt-BR" sz="1200" dirty="0" smtClean="0"/>
              <a:t> over </a:t>
            </a:r>
            <a:r>
              <a:rPr lang="pt-BR" sz="1200" dirty="0" err="1" smtClean="0"/>
              <a:t>the</a:t>
            </a:r>
            <a:r>
              <a:rPr lang="pt-BR" sz="1200" dirty="0" smtClean="0"/>
              <a:t> </a:t>
            </a:r>
            <a:r>
              <a:rPr lang="pt-BR" sz="1200" dirty="0" err="1" smtClean="0"/>
              <a:t>years</a:t>
            </a:r>
            <a:r>
              <a:rPr lang="pt-BR" sz="1200" dirty="0" smtClean="0"/>
              <a:t>.</a:t>
            </a:r>
            <a:endParaRPr lang="en-US" sz="1200" dirty="0" smtClean="0"/>
          </a:p>
          <a:p>
            <a:endParaRPr lang="en-US" sz="1200" dirty="0" smtClean="0"/>
          </a:p>
        </p:txBody>
      </p:sp>
      <p:sp>
        <p:nvSpPr>
          <p:cNvPr id="8" name="Retângulo 7"/>
          <p:cNvSpPr/>
          <p:nvPr/>
        </p:nvSpPr>
        <p:spPr>
          <a:xfrm>
            <a:off x="228600" y="152400"/>
            <a:ext cx="3886200" cy="6553200"/>
          </a:xfrm>
          <a:prstGeom prst="rect">
            <a:avLst/>
          </a:prstGeom>
        </p:spPr>
        <p:txBody>
          <a:bodyPr wrap="square">
            <a:spAutoFit/>
          </a:bodyPr>
          <a:lstStyle/>
          <a:p>
            <a:pPr algn="ctr"/>
            <a:r>
              <a:rPr lang="pt-BR" sz="1400" b="1" dirty="0" smtClean="0"/>
              <a:t>ROLES</a:t>
            </a:r>
          </a:p>
          <a:p>
            <a:r>
              <a:rPr lang="en-US" sz="1400" u="sng" dirty="0" smtClean="0"/>
              <a:t>ETC - Enterprise Transition Community</a:t>
            </a:r>
            <a:r>
              <a:rPr lang="en-US" sz="1400" dirty="0" smtClean="0"/>
              <a:t>, responsible for adoption and continuous improvements (Kaizen). May be called ACT (Agile Champions Team).</a:t>
            </a:r>
          </a:p>
          <a:p>
            <a:endParaRPr lang="en-US" sz="600" b="1" dirty="0" smtClean="0"/>
          </a:p>
          <a:p>
            <a:r>
              <a:rPr lang="en-US" sz="1400" u="sng" dirty="0" smtClean="0"/>
              <a:t>Sponsor:</a:t>
            </a:r>
            <a:r>
              <a:rPr lang="en-US" sz="1400" dirty="0" smtClean="0"/>
              <a:t> may or may not be the product owner. Minimally, it is someone on the business side who will recognize the project as successful.</a:t>
            </a:r>
          </a:p>
          <a:p>
            <a:endParaRPr lang="pt-BR" sz="600" dirty="0"/>
          </a:p>
          <a:p>
            <a:r>
              <a:rPr lang="pt-BR" sz="1400" u="sng" dirty="0" err="1" smtClean="0"/>
              <a:t>Scrum</a:t>
            </a:r>
            <a:r>
              <a:rPr lang="pt-BR" sz="1400" u="sng" dirty="0" smtClean="0"/>
              <a:t> </a:t>
            </a:r>
            <a:r>
              <a:rPr lang="pt-BR" sz="1400" u="sng" dirty="0" err="1" smtClean="0"/>
              <a:t>Master</a:t>
            </a:r>
            <a:r>
              <a:rPr lang="pt-BR" sz="1400" u="sng" dirty="0" smtClean="0"/>
              <a:t>:</a:t>
            </a:r>
            <a:r>
              <a:rPr lang="pt-BR" sz="1400" dirty="0" smtClean="0"/>
              <a:t> </a:t>
            </a:r>
            <a:r>
              <a:rPr lang="en-US" sz="1400" dirty="0" smtClean="0"/>
              <a:t>although the </a:t>
            </a:r>
            <a:r>
              <a:rPr lang="en-US" sz="1400" dirty="0" err="1" smtClean="0"/>
              <a:t>ScrumMaster</a:t>
            </a:r>
            <a:r>
              <a:rPr lang="en-US" sz="1400" dirty="0" smtClean="0"/>
              <a:t> has no authority over Scrum team members, the </a:t>
            </a:r>
            <a:r>
              <a:rPr lang="en-US" sz="1400" dirty="0" err="1" smtClean="0"/>
              <a:t>ScrumMaster</a:t>
            </a:r>
            <a:r>
              <a:rPr lang="en-US" sz="1400" dirty="0" smtClean="0"/>
              <a:t> does have authority over the process.</a:t>
            </a:r>
          </a:p>
          <a:p>
            <a:endParaRPr lang="pt-BR" sz="600" dirty="0"/>
          </a:p>
          <a:p>
            <a:r>
              <a:rPr lang="en-US" sz="1400" u="sng" dirty="0" smtClean="0"/>
              <a:t>The product owner </a:t>
            </a:r>
            <a:r>
              <a:rPr lang="en-US" sz="1400" dirty="0" smtClean="0"/>
              <a:t>points the team at the right target; the </a:t>
            </a:r>
            <a:r>
              <a:rPr lang="en-US" sz="1400" dirty="0" err="1" smtClean="0"/>
              <a:t>ScrumMaster</a:t>
            </a:r>
            <a:r>
              <a:rPr lang="en-US" sz="1400" dirty="0" smtClean="0"/>
              <a:t> helps the team get to that target as efficiently as possible.</a:t>
            </a:r>
          </a:p>
          <a:p>
            <a:r>
              <a:rPr lang="en-US" sz="1400" dirty="0" smtClean="0"/>
              <a:t>Beyond having a clear vision in mind, the product owner must elucidate that vision for the team. The product owner does this through creating, maintaining, and prioritizing the product backlog.</a:t>
            </a:r>
          </a:p>
          <a:p>
            <a:endParaRPr lang="en-US" sz="600" dirty="0" smtClean="0"/>
          </a:p>
          <a:p>
            <a:r>
              <a:rPr lang="en-US" sz="1400" u="sng" dirty="0" smtClean="0"/>
              <a:t>User Experience Designers (UEDs):</a:t>
            </a:r>
            <a:r>
              <a:rPr lang="en-US" sz="1400" dirty="0" smtClean="0"/>
              <a:t> works one sprint ahead.</a:t>
            </a:r>
          </a:p>
          <a:p>
            <a:endParaRPr lang="en-US" sz="600" dirty="0" smtClean="0"/>
          </a:p>
          <a:p>
            <a:r>
              <a:rPr lang="pt-BR" sz="1400" u="sng" dirty="0" err="1" smtClean="0"/>
              <a:t>Developers</a:t>
            </a:r>
            <a:r>
              <a:rPr lang="pt-BR" sz="1400" u="sng" dirty="0" smtClean="0"/>
              <a:t>: </a:t>
            </a:r>
            <a:r>
              <a:rPr lang="en-US" sz="1400" dirty="0" smtClean="0"/>
              <a:t>What do programmers do on a Scrum team? They program. They test. They analyze. They design. They do anything necessary to help the team complete the work committed to for a sprint.</a:t>
            </a:r>
          </a:p>
          <a:p>
            <a:endParaRPr lang="pt-BR" sz="1400" dirty="0"/>
          </a:p>
          <a:p>
            <a:r>
              <a:rPr lang="pt-BR" sz="1400" dirty="0" err="1" smtClean="0"/>
              <a:t>Functional</a:t>
            </a:r>
            <a:r>
              <a:rPr lang="pt-BR" sz="1400" dirty="0" smtClean="0"/>
              <a:t>, </a:t>
            </a:r>
            <a:r>
              <a:rPr lang="pt-BR" sz="1400" dirty="0" err="1" smtClean="0"/>
              <a:t>development</a:t>
            </a:r>
            <a:r>
              <a:rPr lang="pt-BR" sz="1400" dirty="0" smtClean="0"/>
              <a:t>, </a:t>
            </a:r>
            <a:r>
              <a:rPr lang="pt-BR" sz="1400" dirty="0" err="1" smtClean="0"/>
              <a:t>test</a:t>
            </a:r>
            <a:r>
              <a:rPr lang="pt-BR" sz="1400" dirty="0" smtClean="0"/>
              <a:t> managers: more </a:t>
            </a:r>
            <a:r>
              <a:rPr lang="pt-BR" sz="1400" dirty="0" err="1" smtClean="0"/>
              <a:t>people</a:t>
            </a:r>
            <a:r>
              <a:rPr lang="pt-BR" sz="1400" dirty="0" smtClean="0"/>
              <a:t> </a:t>
            </a:r>
            <a:r>
              <a:rPr lang="pt-BR" sz="1400" dirty="0" err="1" smtClean="0"/>
              <a:t>oriented</a:t>
            </a:r>
            <a:r>
              <a:rPr lang="pt-BR" sz="1400" dirty="0" smtClean="0"/>
              <a:t> approach</a:t>
            </a:r>
            <a:r>
              <a:rPr lang="pt-BR" sz="1400" dirty="0" smtClean="0"/>
              <a:t>.</a:t>
            </a:r>
            <a:endParaRPr lang="en-US" sz="1400"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p:cNvGraphicFramePr/>
          <p:nvPr/>
        </p:nvGraphicFramePr>
        <p:xfrm>
          <a:off x="76200" y="304800"/>
          <a:ext cx="8915400" cy="6172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457200" y="76200"/>
            <a:ext cx="8305800" cy="6555641"/>
          </a:xfrm>
          <a:prstGeom prst="rect">
            <a:avLst/>
          </a:prstGeom>
        </p:spPr>
        <p:txBody>
          <a:bodyPr wrap="square">
            <a:spAutoFit/>
          </a:bodyPr>
          <a:lstStyle/>
          <a:p>
            <a:pPr algn="ctr"/>
            <a:r>
              <a:rPr lang="en-US" sz="1200" b="1" dirty="0" err="1" smtClean="0"/>
              <a:t>DevOps</a:t>
            </a:r>
            <a:r>
              <a:rPr lang="en-US" sz="1200" b="1" dirty="0" smtClean="0"/>
              <a:t> methodologies</a:t>
            </a:r>
          </a:p>
          <a:p>
            <a:pPr algn="ctr"/>
            <a:endParaRPr lang="en-US" sz="1200" b="1" dirty="0" smtClean="0"/>
          </a:p>
          <a:p>
            <a:r>
              <a:rPr lang="en-US" sz="1200" b="1" dirty="0" err="1" smtClean="0"/>
              <a:t>DevOps</a:t>
            </a:r>
            <a:r>
              <a:rPr lang="en-US" sz="1200" b="1" dirty="0" smtClean="0"/>
              <a:t>: </a:t>
            </a:r>
            <a:r>
              <a:rPr lang="en-US" sz="1200" dirty="0" smtClean="0"/>
              <a:t>In simple terms, </a:t>
            </a:r>
            <a:r>
              <a:rPr lang="en-US" sz="1200" dirty="0" err="1" smtClean="0"/>
              <a:t>DevOps</a:t>
            </a:r>
            <a:r>
              <a:rPr lang="en-US" sz="1200" dirty="0" smtClean="0"/>
              <a:t> is about removing the barriers between traditionally </a:t>
            </a:r>
            <a:r>
              <a:rPr lang="en-US" sz="1200" dirty="0" err="1" smtClean="0"/>
              <a:t>siloed</a:t>
            </a:r>
            <a:r>
              <a:rPr lang="en-US" sz="1200" dirty="0" smtClean="0"/>
              <a:t> teams, development and operations. Is the direct descendant of </a:t>
            </a:r>
            <a:r>
              <a:rPr lang="en-US" sz="1200" dirty="0" smtClean="0">
                <a:hlinkClick r:id="rId2"/>
              </a:rPr>
              <a:t>agile software development</a:t>
            </a:r>
            <a:r>
              <a:rPr lang="en-US" sz="1200" dirty="0" smtClean="0"/>
              <a:t>, born from the need to keep up with increased software development velocity and throughput agile methods. </a:t>
            </a:r>
          </a:p>
          <a:p>
            <a:endParaRPr lang="en-US" sz="600" dirty="0" smtClean="0"/>
          </a:p>
          <a:p>
            <a:r>
              <a:rPr lang="en-US" sz="1200" dirty="0" smtClean="0"/>
              <a:t>Advancements in agile development highlighted the need for a more holistic approach to the software delivery life cycle, resulting in </a:t>
            </a:r>
            <a:r>
              <a:rPr lang="en-US" sz="1200" dirty="0" err="1" smtClean="0"/>
              <a:t>DevOps</a:t>
            </a:r>
            <a:r>
              <a:rPr lang="en-US" sz="1200" dirty="0" smtClean="0"/>
              <a:t>.</a:t>
            </a:r>
          </a:p>
          <a:p>
            <a:endParaRPr lang="en-US" sz="600" dirty="0" smtClean="0"/>
          </a:p>
          <a:p>
            <a:r>
              <a:rPr lang="en-US" sz="1200" dirty="0" smtClean="0"/>
              <a:t>“Agile development” is an umbrella term for several iterative software development methodologies, many of which have carried over to </a:t>
            </a:r>
            <a:r>
              <a:rPr lang="en-US" sz="1200" dirty="0" err="1" smtClean="0"/>
              <a:t>DevOps</a:t>
            </a:r>
            <a:r>
              <a:rPr lang="en-US" sz="1200" dirty="0" smtClean="0"/>
              <a:t>:</a:t>
            </a:r>
          </a:p>
          <a:p>
            <a:endParaRPr lang="en-US" sz="1200" dirty="0" smtClean="0"/>
          </a:p>
          <a:p>
            <a:pPr lvl="1"/>
            <a:r>
              <a:rPr lang="en-US" sz="1200" u="sng" dirty="0" smtClean="0"/>
              <a:t>Scrum </a:t>
            </a:r>
            <a:r>
              <a:rPr lang="en-US" sz="1200" dirty="0" smtClean="0"/>
              <a:t>—a framework in which people can address complex adaptive problems while delivering products of the highest possible value.</a:t>
            </a:r>
          </a:p>
          <a:p>
            <a:pPr lvl="1"/>
            <a:endParaRPr lang="en-US" sz="600" dirty="0" smtClean="0"/>
          </a:p>
          <a:p>
            <a:pPr lvl="1"/>
            <a:r>
              <a:rPr lang="en-US" sz="1200" u="sng" dirty="0" err="1" smtClean="0"/>
              <a:t>Kanban</a:t>
            </a:r>
            <a:r>
              <a:rPr lang="en-US" sz="1200" dirty="0" smtClean="0"/>
              <a:t> —a method for managing the creation of products with an emphasis on continual delivery while not overburdening the development team. Like Scrum, </a:t>
            </a:r>
            <a:r>
              <a:rPr lang="en-US" sz="1200" dirty="0" err="1" smtClean="0"/>
              <a:t>Kanban</a:t>
            </a:r>
            <a:r>
              <a:rPr lang="en-US" sz="1200" dirty="0" smtClean="0"/>
              <a:t> is a process designed to help teams work together more effectively.</a:t>
            </a:r>
          </a:p>
          <a:p>
            <a:pPr lvl="1"/>
            <a:endParaRPr lang="en-US" sz="600" dirty="0" smtClean="0"/>
          </a:p>
          <a:p>
            <a:pPr lvl="1"/>
            <a:r>
              <a:rPr lang="en-US" sz="1200" u="sng" dirty="0" smtClean="0"/>
              <a:t>Scaled Agile Framework (</a:t>
            </a:r>
            <a:r>
              <a:rPr lang="en-US" sz="1200" u="sng" dirty="0" err="1" smtClean="0"/>
              <a:t>SAFe</a:t>
            </a:r>
            <a:r>
              <a:rPr lang="en-US" sz="1200" u="sng" dirty="0" smtClean="0"/>
              <a:t>)</a:t>
            </a:r>
            <a:r>
              <a:rPr lang="en-US" sz="1200" dirty="0" smtClean="0"/>
              <a:t> —a set of organization and workflow patterns intended to guide enterprises in scaling lean and agile practices. </a:t>
            </a:r>
            <a:r>
              <a:rPr lang="en-US" sz="1200" dirty="0" err="1" smtClean="0"/>
              <a:t>SAFe</a:t>
            </a:r>
            <a:r>
              <a:rPr lang="en-US" sz="1200" dirty="0" smtClean="0"/>
              <a:t> is one of a growing number of frameworks that seek to address the problems encountered when scaling beyond a single team.</a:t>
            </a:r>
          </a:p>
          <a:p>
            <a:pPr lvl="1"/>
            <a:endParaRPr lang="en-US" sz="600" dirty="0" smtClean="0"/>
          </a:p>
          <a:p>
            <a:pPr lvl="1"/>
            <a:r>
              <a:rPr lang="en-US" sz="1200" u="sng" dirty="0" smtClean="0"/>
              <a:t>Lean development</a:t>
            </a:r>
            <a:r>
              <a:rPr lang="en-US" sz="1200" dirty="0" smtClean="0"/>
              <a:t> —a translation of lean manufacturing principles and practices to the software development domain. Lean offers a conceptual framework, values, and principles, as well as best practices derived from experience, that support agile organizations.</a:t>
            </a:r>
          </a:p>
          <a:p>
            <a:pPr lvl="1"/>
            <a:endParaRPr lang="en-US" sz="600" dirty="0" smtClean="0"/>
          </a:p>
          <a:p>
            <a:pPr lvl="1"/>
            <a:r>
              <a:rPr lang="en-US" sz="1200" u="sng" dirty="0" smtClean="0"/>
              <a:t>Extreme programming (XP)</a:t>
            </a:r>
            <a:r>
              <a:rPr lang="en-US" sz="1200" dirty="0" smtClean="0"/>
              <a:t> —a software development methodology intended to improve software quality and responsiveness to changing customer requirements. XP advocates frequent releases in short development cycles, intended to improve productivity and introduce checkpoints at which new customer requirements can be adopted. Other elements of extreme programming include programming in pairs or doing extensive code review, unit testing of all code, not programming of features until they are needed, a flat management structure, code simplicity and clarity, expecting changes in the customer’s requirements as time passes and the problem is better understood, and frequent communication with the customer.</a:t>
            </a:r>
          </a:p>
          <a:p>
            <a:endParaRPr lang="pt-BR" sz="1200" dirty="0" smtClean="0"/>
          </a:p>
          <a:p>
            <a:r>
              <a:rPr lang="en-US" sz="1200" b="1" dirty="0" err="1" smtClean="0"/>
              <a:t>Microservices</a:t>
            </a:r>
            <a:endParaRPr lang="en-US" sz="1200" b="1" dirty="0" smtClean="0"/>
          </a:p>
          <a:p>
            <a:r>
              <a:rPr lang="en-US" sz="1200" dirty="0" smtClean="0"/>
              <a:t>The </a:t>
            </a:r>
            <a:r>
              <a:rPr lang="en-US" sz="1200" dirty="0" err="1" smtClean="0"/>
              <a:t>microservices</a:t>
            </a:r>
            <a:r>
              <a:rPr lang="en-US" sz="1200" dirty="0" smtClean="0"/>
              <a:t> architecture is a design approach to build a single application as a set of small services. Each service runs in its own process and communicates with other services through a well-defined interface using a lightweight mechanism.</a:t>
            </a:r>
          </a:p>
          <a:p>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p:cNvGraphicFramePr/>
          <p:nvPr/>
        </p:nvGraphicFramePr>
        <p:xfrm>
          <a:off x="685800" y="990600"/>
          <a:ext cx="7924800" cy="447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tângulo 4"/>
          <p:cNvSpPr/>
          <p:nvPr/>
        </p:nvSpPr>
        <p:spPr>
          <a:xfrm>
            <a:off x="609600" y="5334000"/>
            <a:ext cx="7924800" cy="1077218"/>
          </a:xfrm>
          <a:prstGeom prst="rect">
            <a:avLst/>
          </a:prstGeom>
        </p:spPr>
        <p:txBody>
          <a:bodyPr wrap="square">
            <a:spAutoFit/>
          </a:bodyPr>
          <a:lstStyle/>
          <a:p>
            <a:r>
              <a:rPr lang="en-US" sz="1600" b="1" dirty="0" err="1" smtClean="0"/>
              <a:t>Zapier</a:t>
            </a:r>
            <a:r>
              <a:rPr lang="en-US" sz="1600" dirty="0" smtClean="0"/>
              <a:t> is an online automation tool that connects your favorite apps, such as Gmail, Slack, </a:t>
            </a:r>
            <a:r>
              <a:rPr lang="en-US" sz="1600" dirty="0" err="1" smtClean="0"/>
              <a:t>Mailchimp</a:t>
            </a:r>
            <a:r>
              <a:rPr lang="en-US" sz="1600" dirty="0" smtClean="0"/>
              <a:t>, and more. You can connect two or more apps to automate repetitive tasks without coding or relying on developers to build the integration. It's easy enough that anyone can build their own app workflows with just a few clicks.</a:t>
            </a:r>
            <a:endParaRPr lang="en-US" sz="1600" dirty="0"/>
          </a:p>
        </p:txBody>
      </p:sp>
      <p:sp>
        <p:nvSpPr>
          <p:cNvPr id="6" name="CaixaDeTexto 5"/>
          <p:cNvSpPr txBox="1"/>
          <p:nvPr/>
        </p:nvSpPr>
        <p:spPr>
          <a:xfrm>
            <a:off x="685800" y="990600"/>
            <a:ext cx="79248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pt-BR" dirty="0" smtClean="0"/>
              <a:t>AGILE PLANNING TOOLS</a:t>
            </a:r>
            <a:endParaRPr lang="en-US" dirty="0"/>
          </a:p>
        </p:txBody>
      </p:sp>
    </p:spTree>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203</TotalTime>
  <Words>743</Words>
  <Application>Microsoft Office PowerPoint</Application>
  <PresentationFormat>Apresentação na tela (4:3)</PresentationFormat>
  <Paragraphs>101</Paragraphs>
  <Slides>4</Slides>
  <Notes>0</Notes>
  <HiddenSlides>0</HiddenSlides>
  <MMClips>0</MMClips>
  <ScaleCrop>false</ScaleCrop>
  <HeadingPairs>
    <vt:vector size="4" baseType="variant">
      <vt:variant>
        <vt:lpstr>Tema</vt:lpstr>
      </vt:variant>
      <vt:variant>
        <vt:i4>1</vt:i4>
      </vt:variant>
      <vt:variant>
        <vt:lpstr>Títulos de slides</vt:lpstr>
      </vt:variant>
      <vt:variant>
        <vt:i4>4</vt:i4>
      </vt:variant>
    </vt:vector>
  </HeadingPairs>
  <TitlesOfParts>
    <vt:vector size="5" baseType="lpstr">
      <vt:lpstr>Tema do Office</vt:lpstr>
      <vt:lpstr>Slide 1</vt:lpstr>
      <vt:lpstr>Slide 2</vt:lpstr>
      <vt:lpstr>Slide 3</vt:lpstr>
      <vt:lpstr>Slide 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Decio Barros</dc:creator>
  <cp:lastModifiedBy>Decio Barros</cp:lastModifiedBy>
  <cp:revision>43</cp:revision>
  <dcterms:created xsi:type="dcterms:W3CDTF">2021-03-20T22:35:43Z</dcterms:created>
  <dcterms:modified xsi:type="dcterms:W3CDTF">2021-03-21T20:29:06Z</dcterms:modified>
</cp:coreProperties>
</file>